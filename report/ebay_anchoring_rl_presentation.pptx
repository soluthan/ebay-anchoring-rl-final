
<file path=[Content_Types].xml><?xml version="1.0" encoding="utf-8"?>
<Types xmlns="http://schemas.openxmlformats.org/package/2006/content-types">
  <Default Extension="xml" ContentType="application/vnd.openxmlformats-package.core-properties+xml"/>
  <Default Extension="wmf" ContentType="image/x-wmf"/>
  <Default Extension="jpeg" ContentType="image/jpeg"/>
  <Default Extension="emf" ContentType="image/x-em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Masters/slideMaster5.xml" ContentType="application/vnd.openxmlformats-officedocument.presentationml.slideMaster+xml"/>
  <Override PartName="/ppt/slideMasters/theme/theme6.xml" ContentType="application/vnd.openxmlformats-officedocument.theme+xml"/>
  <Override PartName="/ppt/slideMasters/slideMaster6.xml" ContentType="application/vnd.openxmlformats-officedocument.presentationml.slideMaster+xml"/>
  <Override PartName="/ppt/slideMasters/theme/theme7.xml" ContentType="application/vnd.openxmlformats-officedocument.theme+xml"/>
  <Override PartName="/ppt/slideMasters/slideMaster7.xml" ContentType="application/vnd.openxmlformats-officedocument.presentationml.slideMaster+xml"/>
  <Override PartName="/ppt/slideMasters/theme/theme8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9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0990e7acc8406a" /><Relationship Type="http://schemas.openxmlformats.org/officeDocument/2006/relationships/extended-properties" Target="/docProps/app.xml" Id="Ra12317a4986b4f89" /><Relationship Type="http://schemas.openxmlformats.org/officeDocument/2006/relationships/officeDocument" Target="/ppt/presentation.xml" Id="Rd413ffd66c7446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de4c704c10437b"/>
    <p:sldMasterId xmlns:r="http://schemas.openxmlformats.org/officeDocument/2006/relationships" id="2147483651" r:id="R0b58c77e3a9347fe"/>
    <p:sldMasterId xmlns:r="http://schemas.openxmlformats.org/officeDocument/2006/relationships" id="2147483653" r:id="R23357731a8b64c69"/>
    <p:sldMasterId xmlns:r="http://schemas.openxmlformats.org/officeDocument/2006/relationships" id="2147483656" r:id="R0583713eae1c432d"/>
    <p:sldMasterId xmlns:r="http://schemas.openxmlformats.org/officeDocument/2006/relationships" id="2147483659" r:id="R44f53428791d4029"/>
    <p:sldMasterId xmlns:r="http://schemas.openxmlformats.org/officeDocument/2006/relationships" id="2147483678" r:id="R591c3e0b80474d4a"/>
    <p:sldMasterId xmlns:r="http://schemas.openxmlformats.org/officeDocument/2006/relationships" id="2147483680" r:id="Ra29e2e32dc904001"/>
  </p:sldMasterIdLst>
  <p:notesMasterIdLst>
    <p:notesMasterId xmlns:r="http://schemas.openxmlformats.org/officeDocument/2006/relationships" r:id="Racdbe72f8a57414d"/>
  </p:notesMasterIdLst>
  <p:sldIdLst>
    <p:sldId xmlns:r="http://schemas.openxmlformats.org/officeDocument/2006/relationships" id="256" r:id="R1a5e4f5d11584a1f"/>
    <p:sldId xmlns:r="http://schemas.openxmlformats.org/officeDocument/2006/relationships" id="257" r:id="R32bfad5b9870490a"/>
    <p:sldId xmlns:r="http://schemas.openxmlformats.org/officeDocument/2006/relationships" id="258" r:id="R4ba3af05f13e4d5e"/>
    <p:sldId xmlns:r="http://schemas.openxmlformats.org/officeDocument/2006/relationships" id="259" r:id="R9c6af3324aa047f8"/>
    <p:sldId xmlns:r="http://schemas.openxmlformats.org/officeDocument/2006/relationships" id="260" r:id="R0ba290964ac24585"/>
    <p:sldId xmlns:r="http://schemas.openxmlformats.org/officeDocument/2006/relationships" id="261" r:id="R6d12626b898b4636"/>
    <p:sldId xmlns:r="http://schemas.openxmlformats.org/officeDocument/2006/relationships" id="262" r:id="Rd4ff8320a3fb4f8f"/>
    <p:sldId xmlns:r="http://schemas.openxmlformats.org/officeDocument/2006/relationships" id="263" r:id="Ra19615df69174af0"/>
    <p:sldId xmlns:r="http://schemas.openxmlformats.org/officeDocument/2006/relationships" id="264" r:id="R635ae9f23e604755"/>
    <p:sldId xmlns:r="http://schemas.openxmlformats.org/officeDocument/2006/relationships" id="265" r:id="Rab2cb8d4eaab4289"/>
    <p:sldId xmlns:r="http://schemas.openxmlformats.org/officeDocument/2006/relationships" id="266" r:id="R04732871f2e0466a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c19962caeb4f76" /><Relationship Type="http://schemas.openxmlformats.org/officeDocument/2006/relationships/slideMaster" Target="/ppt/slideMasters/slideMaster1.xml" Id="R0cde4c704c10437b" /><Relationship Type="http://schemas.openxmlformats.org/officeDocument/2006/relationships/slideMaster" Target="/ppt/slideMasters/slideMaster2.xml" Id="R0b58c77e3a9347fe" /><Relationship Type="http://schemas.openxmlformats.org/officeDocument/2006/relationships/slideMaster" Target="/ppt/slideMasters/slideMaster3.xml" Id="R23357731a8b64c69" /><Relationship Type="http://schemas.openxmlformats.org/officeDocument/2006/relationships/slideMaster" Target="/ppt/slideMasters/slideMaster4.xml" Id="R0583713eae1c432d" /><Relationship Type="http://schemas.openxmlformats.org/officeDocument/2006/relationships/slideMaster" Target="/ppt/slideMasters/slideMaster5.xml" Id="R44f53428791d4029" /><Relationship Type="http://schemas.openxmlformats.org/officeDocument/2006/relationships/slideMaster" Target="/ppt/slideMasters/slideMaster6.xml" Id="R591c3e0b80474d4a" /><Relationship Type="http://schemas.openxmlformats.org/officeDocument/2006/relationships/slideMaster" Target="/ppt/slideMasters/slideMaster7.xml" Id="Ra29e2e32dc904001" /><Relationship Type="http://schemas.openxmlformats.org/officeDocument/2006/relationships/notesMaster" Target="/ppt/notesMasters/notesMaster1.xml" Id="Racdbe72f8a57414d" /><Relationship Type="http://schemas.openxmlformats.org/officeDocument/2006/relationships/presProps" Target="/ppt/presProps.xml" Id="Rccec3386d11b40cf" /><Relationship Type="http://schemas.openxmlformats.org/officeDocument/2006/relationships/tableStyles" Target="/ppt/tableStyles.xml" Id="Ra2d260ed77744602" /><Relationship Type="http://schemas.openxmlformats.org/officeDocument/2006/relationships/slide" Target="/ppt/slides/slide1.xml" Id="R1a5e4f5d11584a1f" /><Relationship Type="http://schemas.openxmlformats.org/officeDocument/2006/relationships/slide" Target="/ppt/slides/slide2.xml" Id="R32bfad5b9870490a" /><Relationship Type="http://schemas.openxmlformats.org/officeDocument/2006/relationships/slide" Target="/ppt/slides/slide3.xml" Id="R4ba3af05f13e4d5e" /><Relationship Type="http://schemas.openxmlformats.org/officeDocument/2006/relationships/slide" Target="/ppt/slides/slide4.xml" Id="R9c6af3324aa047f8" /><Relationship Type="http://schemas.openxmlformats.org/officeDocument/2006/relationships/slide" Target="/ppt/slides/slide5.xml" Id="R0ba290964ac24585" /><Relationship Type="http://schemas.openxmlformats.org/officeDocument/2006/relationships/slide" Target="/ppt/slides/slide6.xml" Id="R6d12626b898b4636" /><Relationship Type="http://schemas.openxmlformats.org/officeDocument/2006/relationships/slide" Target="/ppt/slides/slide7.xml" Id="Rd4ff8320a3fb4f8f" /><Relationship Type="http://schemas.openxmlformats.org/officeDocument/2006/relationships/slide" Target="/ppt/slides/slide8.xml" Id="Ra19615df69174af0" /><Relationship Type="http://schemas.openxmlformats.org/officeDocument/2006/relationships/slide" Target="/ppt/slides/slide9.xml" Id="R635ae9f23e604755" /><Relationship Type="http://schemas.openxmlformats.org/officeDocument/2006/relationships/slide" Target="/ppt/slides/slide10.xml" Id="Rab2cb8d4eaab4289" /><Relationship Type="http://schemas.openxmlformats.org/officeDocument/2006/relationships/slide" Target="/ppt/slides/slide11.xml" Id="R04732871f2e046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9.xml" Id="R5b8c50509d964c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9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004fe7ad284219" /><Relationship Type="http://schemas.openxmlformats.org/officeDocument/2006/relationships/notesMaster" Target="/ppt/notesMasters/notesMaster1.xml" Id="Re4de7988348c4b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235a4552584c10" /><Relationship Type="http://schemas.openxmlformats.org/officeDocument/2006/relationships/notesMaster" Target="/ppt/notesMasters/notesMaster1.xml" Id="R9f05c235722a44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ec6e026bac4095" /><Relationship Type="http://schemas.openxmlformats.org/officeDocument/2006/relationships/notesMaster" Target="/ppt/notesMasters/notesMaster1.xml" Id="R2ab28b85bea34e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eb38847ee540c7" /><Relationship Type="http://schemas.openxmlformats.org/officeDocument/2006/relationships/notesMaster" Target="/ppt/notesMasters/notesMaster1.xml" Id="R30edadc74e854c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d10e27cdb345e2" /><Relationship Type="http://schemas.openxmlformats.org/officeDocument/2006/relationships/notesMaster" Target="/ppt/notesMasters/notesMaster1.xml" Id="R58568f367da34b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1abab50e494ee0" /><Relationship Type="http://schemas.openxmlformats.org/officeDocument/2006/relationships/notesMaster" Target="/ppt/notesMasters/notesMaster1.xml" Id="R210c99ae69f541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881d6dc5f74917" /><Relationship Type="http://schemas.openxmlformats.org/officeDocument/2006/relationships/notesMaster" Target="/ppt/notesMasters/notesMaster1.xml" Id="R76912462710a4d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b9f5527d4a408f" /><Relationship Type="http://schemas.openxmlformats.org/officeDocument/2006/relationships/notesMaster" Target="/ppt/notesMasters/notesMaster1.xml" Id="R08fe5d0a3d2d45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0c0b69b4bc4e45" /><Relationship Type="http://schemas.openxmlformats.org/officeDocument/2006/relationships/notesMaster" Target="/ppt/notesMasters/notesMaster1.xml" Id="R91c29d65ae6042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403f47538a4e4a" /><Relationship Type="http://schemas.openxmlformats.org/officeDocument/2006/relationships/notesMaster" Target="/ppt/notesMasters/notesMaster1.xml" Id="R6ae21eb4651344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fd623396264f1f" /><Relationship Type="http://schemas.openxmlformats.org/officeDocument/2006/relationships/notesMaster" Target="/ppt/notesMasters/notesMaster1.xml" Id="R0c064056b90a4d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frame: this is not a production-lift claim.</a:t>
            </a:r>
          </a:p>
          <a:p xmlns:a="http://schemas.openxmlformats.org/drawingml/2006/main">
            <a:r>
              <a:t>The deck follows Why, How, What: motivation, method, and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transition from the title into the motivation.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anchor ratio in plain terms: offer divided by list price.</a:t>
            </a:r>
          </a:p>
          <a:p xmlns:a="http://schemas.openxmlformats.org/drawingml/2006/main">
            <a:r>
              <a:t>The tension is savings versus rejection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up why offline RL and OPE are used.</a:t>
            </a:r>
          </a:p>
          <a:p xmlns:a="http://schemas.openxmlformats.org/drawingml/2006/main">
            <a:r>
              <a:t>Avoid saying the model estimates a causal anchoring effect.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motivation to pipeline and evaluation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maps directly to Problem Formulation in the report.</a:t>
            </a:r>
          </a:p>
          <a:p xmlns:a="http://schemas.openxmlformats.org/drawingml/2006/main">
            <a:r>
              <a:t>Mention the regressor removal as a simplification and correctness improvement.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explicitly that the rows are not directly comparable as a ranking.</a:t>
            </a:r>
          </a:p>
          <a:p xmlns:a="http://schemas.openxmlformats.org/drawingml/2006/main">
            <a:r>
              <a:t>The key is how each number was produced.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central evidence slide.</a:t>
            </a:r>
          </a:p>
          <a:p xmlns:a="http://schemas.openxmlformats.org/drawingml/2006/main">
            <a:r>
              <a:t>Explain ESS simply: how much usable logged support remains after weighting.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mechanics to conclusions.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report's negative-but-instructive framing.</a:t>
            </a:r>
          </a:p>
          <a:p xmlns:a="http://schemas.openxmlformats.org/drawingml/2006/main">
            <a:r>
              <a:t>Do not present CQL as a reward win; present it as support discipline.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claim boundary.</a:t>
            </a:r>
          </a:p>
          <a:p xmlns:a="http://schemas.openxmlformats.org/drawingml/2006/main">
            <a:r>
              <a:t>This final line ties the project back to scientific methodology and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6937a4f37a41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a83288ad14871" /><Relationship Type="http://schemas.openxmlformats.org/officeDocument/2006/relationships/image" Target="/ppt/media/image2.jpeg" Id="R3fbe00b673ee44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f52e843f09e4a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a5f1449ca3e44f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e8774a75fc9e4a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63117b2248e8439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c36dc4a1b5c24657" /><Relationship Type="http://schemas.openxmlformats.org/officeDocument/2006/relationships/image" Target="/ppt/media/image2.jpeg" Id="Rf112d10286e248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a99782c232364f3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fae44c8e165e47b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904a2df3aa9d46b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9415f0999e864be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92d31bd975b2457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1eca8479fa2b44d3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1a1dc70aaf8410f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bf0a32561b5e4101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fb6e984d7b2484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1fb0abb75cb14db6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56329877ca684d13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ea0d1f0af99a4681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38c2d4abdf984f2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007cead23e474066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29d6386c80874108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2c1e3c44a9d240bb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7ab5562599b447aa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23171661693642da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6.xml" Id="R378f55ba4bb94191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7.xml" Id="R96c3cde6875f47c1" /></Relationships>
</file>

<file path=ppt/slideLayouts/slideLayout1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0C842C3C-4309-41AB-9DB2-A9458E5EA6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E9F6DB42-E0FA-45BB-BCC9-4E91EF22D01D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7B5D8E2C-C666-4B1F-AE36-6ACD9C9D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7534DD79-70A0-4173-A899-52EF5A6E32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e00b673ee44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FC62E4C3-AD5B-4F18-A6E8-3CD520563E2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4EFA432-92C8-40E8-B064-3285F823E634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621E9D3-A749-406B-B3CE-0477918A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C6076C19-033D-42F0-8DF4-D6D4DE1725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6C20E8BF-281A-449F-83B7-5ACF8A5EA31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4ADC3F5-4745-46B4-8125-8A1BF7D6FA97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99F29C0-64CB-4F1D-8951-016864BBC8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DB2B2DD2-DEC3-4BCD-A9E1-9EADA11152B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B18E820-02F7-47EE-BAD8-A379B7359A7A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647D15CF-8720-4A5A-9BD1-C02C5C1ACB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2" name="Textfeld 10">
            <a:extLst xmlns:a="http://schemas.openxmlformats.org/drawingml/2006/main"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298DCBD3-9385-4E9C-B826-5D3524EF7D1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6A2BF818-19D9-48AC-9459-6CA401DBBF91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27B886CB-E445-43B0-8FE1-51845E9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F9F170B1-9250-4BC8-B6E1-404B756F8286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2d10286e248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465C6A33-01C6-4E11-847B-3D3AAC1AEF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EEBC5754-05B9-4A1C-98DA-846E93BC16A0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FCE0ED9-6C7F-466D-8DCF-844467A4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BB975192-D2ED-4273-BAA9-203829F8A857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F784C58-6069-4E66-A0D6-E9B1AB0DFFF2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FA0F52B-E80A-4065-BD28-CDCE8C24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Foliennummernplatzhalter 7">
            <a:extLst xmlns:a="http://schemas.openxmlformats.org/drawingml/2006/main">
              <a:ext uri="{FF2B5EF4-FFF2-40B4-BE49-F238E27FC236}">
                <a16:creationId xmlns:a16="http://schemas.microsoft.com/office/drawing/2014/main" id="{DF6454F2-9C09-45F7-8108-6AB56D7330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9" name="Titel 1">
            <a:extLst xmlns:a="http://schemas.openxmlformats.org/drawingml/2006/main"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AD8A5A84-30BC-41F2-89BC-3F9999BAF48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EA35FF7-842A-4CA9-B6C2-BB67918AF23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BADF0145-635C-47FB-9EEE-E9708BC0BBD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52D7B14C-58EC-4C26-A42E-0FFD9ADE644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7CC482BA-802B-452A-80AF-3BA1F7359A76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1ED4D4CE-9C3B-41F0-B5A6-1C1C91C5F39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FB6B2A8-46A0-4C15-A1AE-AC37AFE25797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FC685114-FBE8-4F09-9E98-609450E307D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9DE51DE6-D6D2-4BCA-A354-2C32FF8FD5F5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B4E66127-E51E-4382-BCF9-1CE443D233DA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689D7F0-030B-46AC-A827-17059A3FAE0D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AAC4C312-F0C9-42D6-8C2E-7701AFF88BC8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CD6087E1-873D-4778-B2EB-791DEBE1D6C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2B30746B-DDD7-447A-BD0C-317BF6E7AAFD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3A74070-D0E1-4788-A8CA-89AD06BC896C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506687"/>
            <a:ext cx="8508999" cy="317961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2C39C9EA-FAB9-4EF1-AD2D-82A7EBA30881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7293576E-21A5-42A0-91F9-26B44B8B2A4C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71CE642-6248-41FC-BF22-83C9E25D049C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1161" y="936839"/>
            <a:ext cx="8508999" cy="497688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1ACDE97-4B6A-442C-8B98-23CF725E9DF5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179233F-2A72-4EB5-9BDD-390863AD3FC2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44A06E1C-5F29-4B2B-98F5-73DC14998B83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6BF4CD57-754C-4C67-B1DB-15CED9C10E56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75472D2-BBC8-4576-84FE-6E544C62A740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C442CEE0-87E5-46CE-A55A-B3D1752A4542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35F090F-DEA4-4491-8051-2C98E4C15400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D895D63-0F33-470E-AB75-E7561F2EE056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5BA9829F-4723-4380-ABA5-58AB89DFF7FF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724028DD-883D-44A7-8C0D-B0A19FE9AA9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F41627E-3E2A-4DDA-8BD5-8AF1EC18CB68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7B2108F-6F6D-45B0-824E-E7822E122B7B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981B724B-BA7C-463E-969D-E9D986333D0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BB678100-B51C-4019-B0BB-289DF315DA7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F859CA0-22A9-4D75-AEDA-82078C8DF039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1C0E1EED-2438-4852-BF29-BE078136A1B6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8FA99611-FC4C-400F-9669-8A174D90733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4F671E99-F2EE-4A1A-A94C-FD99032B9EF2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911E37DF-568F-425F-AAB6-E8D2601D02AC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313A7067-EBFF-43BD-89C2-F2F9AD63FA92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3ECD2471-DA94-4E57-B661-6F21B526A14B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4734F881-B279-4FEF-A3E2-2041B4CEB293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C030E6DA-A317-4DCF-858B-783266EBE595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5D62D7C0-54EE-4D86-AD0F-666B59BFD6F2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42EF5934-D531-48B8-8C9A-D320F864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52650"/>
            <a:ext cx="91440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8F068A01-1080-44F4-B25D-6E1F67B18D09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1902EEA9-B559-4D7F-9054-57E2ECA5CAB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8C511424-4769-414C-B773-B1EFB097B28B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881CF1ED-85B5-4704-9B4A-C2A94049440B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87C23807-E62C-4A4F-B8C6-94666BAC13CB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36F4F194-2F74-4551-8CF1-9AE25546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71076"/>
            <a:ext cx="9144000" cy="337242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2AEF0ACD-A56F-438F-B240-C3768E8ED6FC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569C09DD-84BA-419D-80FC-CC7119D3C2B1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6976BAB2-4D6F-4249-805C-AFB84622A6EA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768B0AA4-F021-4939-A141-910683BCD0E1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E69A1903-2486-4D13-82D8-95B51EAC1CEE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3C2574D1-9F54-4AB9-9F16-D96259B3662C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CCBF7E90-3507-4ED1-AE32-564C23F3F2DC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1882A00F-5F8D-4FB9-B323-667EDCD51219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28FC414-7C1E-479C-AD0D-EAFD20944746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3.xml><?xml version="1.0" encoding="utf-8"?>
<p:sldLayout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837CF4D8-4FBA-43AC-B416-E6000C3AAE0D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7FDE1D62-4117-46AF-A53D-65FD80745DB9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F99156D0-BA81-4333-8B1E-6FED4F1F6A7C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B48727E4-CB95-49AE-869B-7E3D8E8B0311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4.xml><?xml version="1.0" encoding="utf-8"?>
<p:sldLayout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72E5420F-527A-45AD-8153-FB411A2CB273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0F9A01B0-4ACE-4E6F-A99C-3504CE7B0981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8033138A-8E9B-43B4-BB26-E8D317DACB88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51376CB4-9196-4A58-86AF-E4E51A5DD5A5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FE3156EB-87D6-4523-B670-0F734DBAEE10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803145A5-B29F-4754-A030-790C249485E2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16FF5CFB-5EE6-429E-9B0B-F46AE488E3E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40925EF4-0BDE-48C8-9113-553F58110F0F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76AD58D1-F0DB-4B2B-8B48-4AE4FF62FFA9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D3E87927-EB5D-4A81-A694-3380707B889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39EC0D3E-BFDF-410C-B498-CD082DF0A12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213142F2-1AAB-42FC-8377-15B1C125A7A7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wmf" Id="R02587295c735481b" /><Relationship Type="http://schemas.openxmlformats.org/officeDocument/2006/relationships/theme" Target="/ppt/slideMasters/theme/theme2.xml" Id="R4befb5bf7d57402f" /><Relationship Type="http://schemas.openxmlformats.org/officeDocument/2006/relationships/slideLayout" Target="/ppt/slideLayouts/slideLayout1.xml" Id="R520b2685f97d4276" /><Relationship Type="http://schemas.openxmlformats.org/officeDocument/2006/relationships/slideLayout" Target="/ppt/slideLayouts/slideLayout2.xml" Id="Rbb2ae502ff6a494e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d1a6bd962a8346be" /><Relationship Type="http://schemas.openxmlformats.org/officeDocument/2006/relationships/slideLayout" Target="/ppt/slideLayouts/slideLayout3.xml" Id="R6f6bacd4b1d14190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image" Target="/ppt/media/image.jpeg" Id="R6e4906e3a32a4047" /><Relationship Type="http://schemas.openxmlformats.org/officeDocument/2006/relationships/image" Target="/ppt/media/image.emf" Id="R665a7f8b3b8c436d" /><Relationship Type="http://schemas.openxmlformats.org/officeDocument/2006/relationships/theme" Target="/ppt/slideMasters/theme/theme4.xml" Id="Rff1b090dd1dc4fc8" /><Relationship Type="http://schemas.openxmlformats.org/officeDocument/2006/relationships/slideLayout" Target="/ppt/slideLayouts/slideLayout4.xml" Id="R83dbbbba90134538" /><Relationship Type="http://schemas.openxmlformats.org/officeDocument/2006/relationships/slideLayout" Target="/ppt/slideLayouts/slideLayout5.xml" Id="R970294dacc6845c3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.wmf" Id="Rb408763c0fbb4f0c" /><Relationship Type="http://schemas.openxmlformats.org/officeDocument/2006/relationships/theme" Target="/ppt/slideMasters/theme/theme5.xml" Id="Raab21f5183a846e1" /><Relationship Type="http://schemas.openxmlformats.org/officeDocument/2006/relationships/slideLayout" Target="/ppt/slideLayouts/slideLayout6.xml" Id="R1b40a161162b408b" /><Relationship Type="http://schemas.openxmlformats.org/officeDocument/2006/relationships/slideLayout" Target="/ppt/slideLayouts/slideLayout7.xml" Id="R8cadb8f17f5f4e00" /></Relationships>
</file>

<file path=ppt/slideMasters/_rels/slideMaster5.xml.rels>&#65279;<?xml version="1.0" encoding="utf-8"?><Relationships xmlns="http://schemas.openxmlformats.org/package/2006/relationships"><Relationship Type="http://schemas.openxmlformats.org/officeDocument/2006/relationships/image" Target="/ppt/media/image.wmf" Id="R3bc505e3d7e24900" /><Relationship Type="http://schemas.openxmlformats.org/officeDocument/2006/relationships/theme" Target="/ppt/slideMasters/theme/theme6.xml" Id="R2c827f5b1fa84651" /><Relationship Type="http://schemas.openxmlformats.org/officeDocument/2006/relationships/slideLayout" Target="/ppt/slideLayouts/slideLayout8.xml" Id="Reb721e16747e46b4" /><Relationship Type="http://schemas.openxmlformats.org/officeDocument/2006/relationships/slideLayout" Target="/ppt/slideLayouts/slideLayout9.xml" Id="Rb36aa605d6fc47c4" /><Relationship Type="http://schemas.openxmlformats.org/officeDocument/2006/relationships/slideLayout" Target="/ppt/slideLayouts/slideLayout10.xml" Id="R1972f43a5246417d" /><Relationship Type="http://schemas.openxmlformats.org/officeDocument/2006/relationships/slideLayout" Target="/ppt/slideLayouts/slideLayout11.xml" Id="R1602b0d12970454f" /><Relationship Type="http://schemas.openxmlformats.org/officeDocument/2006/relationships/slideLayout" Target="/ppt/slideLayouts/slideLayout12.xml" Id="R0dd8f74263404425" /><Relationship Type="http://schemas.openxmlformats.org/officeDocument/2006/relationships/slideLayout" Target="/ppt/slideLayouts/slideLayout13.xml" Id="Raf41d927342b4185" /><Relationship Type="http://schemas.openxmlformats.org/officeDocument/2006/relationships/slideLayout" Target="/ppt/slideLayouts/slideLayout14.xml" Id="Rd2d394b65a4a4edb" /><Relationship Type="http://schemas.openxmlformats.org/officeDocument/2006/relationships/slideLayout" Target="/ppt/slideLayouts/slideLayout15.xml" Id="Rbdd52f3459c94810" /><Relationship Type="http://schemas.openxmlformats.org/officeDocument/2006/relationships/slideLayout" Target="/ppt/slideLayouts/slideLayout16.xml" Id="R6953db1bf40e439c" /><Relationship Type="http://schemas.openxmlformats.org/officeDocument/2006/relationships/slideLayout" Target="/ppt/slideLayouts/slideLayout17.xml" Id="Rf7d06951aedd4cd3" /><Relationship Type="http://schemas.openxmlformats.org/officeDocument/2006/relationships/slideLayout" Target="/ppt/slideLayouts/slideLayout18.xml" Id="R2da9f2c66688483f" /><Relationship Type="http://schemas.openxmlformats.org/officeDocument/2006/relationships/slideLayout" Target="/ppt/slideLayouts/slideLayout19.xml" Id="Ra82011e34ea0470b" /><Relationship Type="http://schemas.openxmlformats.org/officeDocument/2006/relationships/slideLayout" Target="/ppt/slideLayouts/slideLayout20.xml" Id="R9dcc37d305b64a25" /><Relationship Type="http://schemas.openxmlformats.org/officeDocument/2006/relationships/slideLayout" Target="/ppt/slideLayouts/slideLayout21.xml" Id="R8f3afc43f2fe4361" /><Relationship Type="http://schemas.openxmlformats.org/officeDocument/2006/relationships/slideLayout" Target="/ppt/slideLayouts/slideLayout22.xml" Id="R3f1d1a3b8bc04562" /><Relationship Type="http://schemas.openxmlformats.org/officeDocument/2006/relationships/slideLayout" Target="/ppt/slideLayouts/slideLayout23.xml" Id="R90cb1192b7d9486b" /><Relationship Type="http://schemas.openxmlformats.org/officeDocument/2006/relationships/slideLayout" Target="/ppt/slideLayouts/slideLayout24.xml" Id="R8c4f6dcf2dc84854" /><Relationship Type="http://schemas.openxmlformats.org/officeDocument/2006/relationships/slideLayout" Target="/ppt/slideLayouts/slideLayout25.xml" Id="R1371b0eb7a954f07" /></Relationships>
</file>

<file path=ppt/slideMasters/_rels/slideMaster6.xml.rels>&#65279;<?xml version="1.0" encoding="utf-8"?><Relationships xmlns="http://schemas.openxmlformats.org/package/2006/relationships"><Relationship Type="http://schemas.openxmlformats.org/officeDocument/2006/relationships/image" Target="/ppt/media/image.emf" Id="R5421dad5f70e40f1" /><Relationship Type="http://schemas.openxmlformats.org/officeDocument/2006/relationships/theme" Target="/ppt/slideMasters/theme/theme7.xml" Id="R2895cc17786345ce" /><Relationship Type="http://schemas.openxmlformats.org/officeDocument/2006/relationships/slideLayout" Target="/ppt/slideLayouts/slideLayout26.xml" Id="R43eb7ee42d044234" /></Relationships>
</file>

<file path=ppt/slideMasters/_rels/slideMaster7.xml.rels>&#65279;<?xml version="1.0" encoding="utf-8"?><Relationships xmlns="http://schemas.openxmlformats.org/package/2006/relationships"><Relationship Type="http://schemas.openxmlformats.org/officeDocument/2006/relationships/image" Target="/ppt/media/image.emf" Id="Rbca2a666e1c6401e" /><Relationship Type="http://schemas.openxmlformats.org/officeDocument/2006/relationships/theme" Target="/ppt/slideMasters/theme/theme8.xml" Id="R2ddef70cbbad4d8f" /><Relationship Type="http://schemas.openxmlformats.org/officeDocument/2006/relationships/slideLayout" Target="/ppt/slideLayouts/slideLayout27.xml" Id="R90854993d219471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367286D5-526A-49E3-9EE6-B4CEEA84D47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7829538" cy="2885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D7317FFE-B60D-483B-95C2-0AD7544D11A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pic>
        <p:nvPicPr>
          <p:cNvPr id="12" name="Bild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87295c73548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604774" cy="318516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0b2685f97d4276"/>
    <p:sldLayoutId xmlns:r="http://schemas.openxmlformats.org/officeDocument/2006/relationships" id="2147483650" r:id="Rbb2ae502ff6a494e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2" r:id="R6f6bacd4b1d14190"/>
  </p:sldLayoutIdLst>
  <p:txStyles>
    <p:titleStyle>
      <a:lvl1pPr xmlns:a="http://schemas.openxmlformats.org/drawingml/2006/main"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3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feld 22">
            <a:extLst xmlns:a="http://schemas.openxmlformats.org/drawingml/2006/main">
              <a:ext uri="{FF2B5EF4-FFF2-40B4-BE49-F238E27FC236}">
                <a16:creationId xmlns:a16="http://schemas.microsoft.com/office/drawing/2014/main" id="{E3E1F16E-DBAE-44BF-84B7-5BD4601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330" y="4922462"/>
            <a:ext cx="1115376" cy="2105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</a:pPr>
            <a:fld id="{C51078C5-4710-4254-8001-F1C0900803FD}" type="slidenum">
              <a:rPr sz="1200">
                <a:latin typeface="+mn-lt"/>
                <a:ea typeface="+mn-lt"/>
                <a:cs typeface="+mn-lt"/>
              </a:rPr>
              <a:t>‹#›</a:t>
            </a:fld>
          </a:p>
        </p:txBody>
      </p:sp>
      <p:pic>
        <p:nvPicPr>
          <p:cNvPr id="24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906e3a32a4047"/>
          <a:srcRect xmlns:a="http://schemas.openxmlformats.org/drawingml/2006/main" l="398" t="14167" r="0" b="10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pic>
        <p:nvPicPr>
          <p:cNvPr id="25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a7f8b3b8c43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8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E564BF43-2274-4F41-A5B6-454F515B1D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204C7619-3CC7-46B5-BF86-73A2356ECB2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4" r:id="R83dbbbba90134538"/>
    <p:sldLayoutId xmlns:r="http://schemas.openxmlformats.org/officeDocument/2006/relationships" id="2147483655" r:id="R970294dacc6845c3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4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6005DB6-967D-477A-840B-724192F203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1230CDBD-062C-4E59-A7D7-D03390B152B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pic>
        <p:nvPicPr>
          <p:cNvPr id="11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8763c0fbb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11" name="Textfeld 10">
            <a:extLst xmlns:a="http://schemas.openxmlformats.org/drawingml/2006/main">
              <a:ext uri="{FF2B5EF4-FFF2-40B4-BE49-F238E27FC236}">
                <a16:creationId xmlns:a16="http://schemas.microsoft.com/office/drawing/2014/main" id="{8CCFFF43-9E59-42F7-A836-2184495A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7" r:id="R1b40a161162b408b"/>
    <p:sldLayoutId xmlns:r="http://schemas.openxmlformats.org/officeDocument/2006/relationships" id="2147483658" r:id="R8cadb8f17f5f4e00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5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505e3d7e2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9013060E-39BF-4E44-B58D-05FB2E767A8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74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6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39318D8C-101B-45FE-BE8B-464C7CE7D32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0" r:id="Reb721e16747e46b4"/>
    <p:sldLayoutId xmlns:r="http://schemas.openxmlformats.org/officeDocument/2006/relationships" id="2147483661" r:id="Rb36aa605d6fc47c4"/>
    <p:sldLayoutId xmlns:r="http://schemas.openxmlformats.org/officeDocument/2006/relationships" id="2147483662" r:id="R1972f43a5246417d"/>
    <p:sldLayoutId xmlns:r="http://schemas.openxmlformats.org/officeDocument/2006/relationships" id="2147483663" r:id="R1602b0d12970454f"/>
    <p:sldLayoutId xmlns:r="http://schemas.openxmlformats.org/officeDocument/2006/relationships" id="2147483664" r:id="R0dd8f74263404425"/>
    <p:sldLayoutId xmlns:r="http://schemas.openxmlformats.org/officeDocument/2006/relationships" id="2147483665" r:id="Raf41d927342b4185"/>
    <p:sldLayoutId xmlns:r="http://schemas.openxmlformats.org/officeDocument/2006/relationships" id="2147483666" r:id="Rd2d394b65a4a4edb"/>
    <p:sldLayoutId xmlns:r="http://schemas.openxmlformats.org/officeDocument/2006/relationships" id="2147483667" r:id="Rbdd52f3459c94810"/>
    <p:sldLayoutId xmlns:r="http://schemas.openxmlformats.org/officeDocument/2006/relationships" id="2147483668" r:id="R6953db1bf40e439c"/>
    <p:sldLayoutId xmlns:r="http://schemas.openxmlformats.org/officeDocument/2006/relationships" id="2147483669" r:id="Rf7d06951aedd4cd3"/>
    <p:sldLayoutId xmlns:r="http://schemas.openxmlformats.org/officeDocument/2006/relationships" id="2147483670" r:id="R2da9f2c66688483f"/>
    <p:sldLayoutId xmlns:r="http://schemas.openxmlformats.org/officeDocument/2006/relationships" id="2147483671" r:id="Ra82011e34ea0470b"/>
    <p:sldLayoutId xmlns:r="http://schemas.openxmlformats.org/officeDocument/2006/relationships" id="2147483672" r:id="R9dcc37d305b64a25"/>
    <p:sldLayoutId xmlns:r="http://schemas.openxmlformats.org/officeDocument/2006/relationships" id="2147483673" r:id="R8f3afc43f2fe4361"/>
    <p:sldLayoutId xmlns:r="http://schemas.openxmlformats.org/officeDocument/2006/relationships" id="2147483674" r:id="R3f1d1a3b8bc04562"/>
    <p:sldLayoutId xmlns:r="http://schemas.openxmlformats.org/officeDocument/2006/relationships" id="2147483675" r:id="R90cb1192b7d9486b"/>
    <p:sldLayoutId xmlns:r="http://schemas.openxmlformats.org/officeDocument/2006/relationships" id="2147483676" r:id="R8c4f6dcf2dc84854"/>
    <p:sldLayoutId xmlns:r="http://schemas.openxmlformats.org/officeDocument/2006/relationships" id="2147483677" r:id="R1371b0eb7a954f07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5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6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hteck 5">
            <a:extLst xmlns:a="http://schemas.openxmlformats.org/drawingml/2006/main">
              <a:ext uri="{FF2B5EF4-FFF2-40B4-BE49-F238E27FC236}">
                <a16:creationId xmlns:a16="http://schemas.microsoft.com/office/drawing/2014/main" id="{4CE1A12B-E833-43B4-BEBF-46EB2774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7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1dad5f70e40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7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AF3BCEF-21AF-408D-AC59-7F40538A2AE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C2C95388-B151-4D38-A442-EB94B0B2595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43eb7ee42d044234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7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hteck 6">
            <a:extLst xmlns:a="http://schemas.openxmlformats.org/drawingml/2006/main">
              <a:ext uri="{FF2B5EF4-FFF2-40B4-BE49-F238E27FC236}">
                <a16:creationId xmlns:a16="http://schemas.microsoft.com/office/drawing/2014/main" id="{01A112F3-6970-4DE7-8FCC-0845727F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8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2a666e1c640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2B76794F-1E5C-4281-8E2D-6EBAE9D58B0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F85DC7C4-9FFA-47B2-A04F-B704FBBF1D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1" r:id="R90854993d219471a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5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6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7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8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04f76155342ba" /><Relationship Type="http://schemas.openxmlformats.org/officeDocument/2006/relationships/image" Target="/ppt/media/image2.jpeg" Id="R00d14ca362b8479c" /><Relationship Type="http://schemas.openxmlformats.org/officeDocument/2006/relationships/notesSlide" Target="/ppt/notesSlides/notesSlide1.xml" Id="Re4b02b3ad4af41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ae720803345b1" /><Relationship Type="http://schemas.openxmlformats.org/officeDocument/2006/relationships/notesSlide" Target="/ppt/notesSlides/notesSlide2.xml" Id="Rc2e27ecf724f4a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59c941c1897a4036" /><Relationship Type="http://schemas.openxmlformats.org/officeDocument/2006/relationships/notesSlide" Target="/ppt/notesSlides/notesSlide3.xml" Id="Rf5cad8d0d785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786299d6252c4fb6" /><Relationship Type="http://schemas.openxmlformats.org/officeDocument/2006/relationships/notesSlide" Target="/ppt/notesSlides/notesSlide4.xml" Id="R058155051e314c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6e17430ea54dd7" /><Relationship Type="http://schemas.openxmlformats.org/officeDocument/2006/relationships/notesSlide" Target="/ppt/notesSlides/notesSlide5.xml" Id="R387263feb0884b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c24b58c68394a4e" /><Relationship Type="http://schemas.openxmlformats.org/officeDocument/2006/relationships/notesSlide" Target="/ppt/notesSlides/notesSlide6.xml" Id="R3ff22b4f844447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c512d8fe4694646" /><Relationship Type="http://schemas.openxmlformats.org/officeDocument/2006/relationships/notesSlide" Target="/ppt/notesSlides/notesSlide7.xml" Id="R2ff800df6cd041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1c08b1a095648a5" /><Relationship Type="http://schemas.openxmlformats.org/officeDocument/2006/relationships/chart" Target="/ppt/slides/charts/chart1.xml" Id="Rbb2415458dfa472a" /><Relationship Type="http://schemas.openxmlformats.org/officeDocument/2006/relationships/notesSlide" Target="/ppt/notesSlides/notesSlide8.xml" Id="Rb9be763c290347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c69212f9d34f3a" /><Relationship Type="http://schemas.openxmlformats.org/officeDocument/2006/relationships/notesSlide" Target="/ppt/notesSlides/notesSlide9.xml" Id="R2969a9e6820444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e26eae71e2a14b07" /><Relationship Type="http://schemas.openxmlformats.org/officeDocument/2006/relationships/notesSlide" Target="/ppt/notesSlides/notesSlide10.xml" Id="R1fc9adbb8dec44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d9becf06ba35469d" /><Relationship Type="http://schemas.openxmlformats.org/officeDocument/2006/relationships/notesSlide" Target="/ppt/notesSlides/notesSlide11.xml" Id="R3345524c7e004db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CQL</c:v>
          </c:tx>
          <c:spPr>
            <a:solidFill xmlns:a="http://schemas.openxmlformats.org/drawingml/2006/main">
              <a:srgbClr val="005293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22.54</c:v>
              </c:pt>
              <c:pt idx="1">
                <c:v>36.19</c:v>
              </c:pt>
              <c:pt idx="2">
                <c:v>60.18</c:v>
              </c:pt>
            </c:numLit>
          </c:val>
        </c:ser>
        <c:ser>
          <c:idx val="1"/>
          <c:order val="1"/>
          <c:tx>
            <c:v>Fixed</c:v>
          </c:tx>
          <c:spPr>
            <a:solidFill xmlns:a="http://schemas.openxmlformats.org/drawingml/2006/main">
              <a:srgbClr val="64A0C8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21.62</c:v>
              </c:pt>
              <c:pt idx="1">
                <c:v>36.21</c:v>
              </c:pt>
              <c:pt idx="2">
                <c:v>68.72</c:v>
              </c:pt>
            </c:numLit>
          </c:val>
        </c:ser>
        <c:ser>
          <c:idx val="2"/>
          <c:order val="2"/>
          <c:tx>
            <c:v>Greedy</c:v>
          </c:tx>
          <c:spPr>
            <a:solidFill xmlns:a="http://schemas.openxmlformats.org/drawingml/2006/main">
              <a:srgbClr val="DAD7CB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0.44</c:v>
              </c:pt>
              <c:pt idx="1">
                <c:v>0.83</c:v>
              </c:pt>
              <c:pt idx="2">
                <c:v>1.87</c:v>
              </c:pt>
            </c:numLit>
          </c:val>
        </c:ser>
        <c:dLbls>
          <c:showVal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000000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6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600">
                    <a:solidFill>
                      <a:srgbClr val="000000"/>
                    </a:solidFill>
                  </a:rPr>
                  <a:t>ESS share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>
                  <a:solidFill>
                    <a:srgbClr val="000000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25">
                <a:solidFill>
                  <a:srgbClr val="000000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0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d14ca362b8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D8032C7D-B010-4C74-96C0-8E8D4A69D4F4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319088" y="1484040"/>
            <a:ext cx="8508999" cy="17163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and simulated online RL for eBay Best Offer anchoring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 / How / What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Support-aware decision support for buyer opening offers</a:t>
            </a:r>
          </a:p>
          <a:p xmlns:a="http://schemas.openxmlformats.org/drawingml/2006/main">
            <a:r>
              <a:t>Ming Liang | Final project presentation | July 2026</a:t>
            </a:r>
          </a:p>
        </p:txBody>
      </p:sp>
    </p:spTree>
    <p:extLst>
      <p:ext uri="{BB962C8B-B14F-4D97-AF65-F5344CB8AC3E}">
        <p14:creationId xmlns:p14="http://schemas.microsoft.com/office/powerpoint/2010/main" val="3127040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</a:t>
            </a:r>
          </a:p>
          <a:p xmlns:a="http://schemas.openxmlformats.org/drawingml/2006/main">
            <a:r>
              <a:t>Why opening anchors need support-aware modeling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76DA83A1-33C7-42C4-8F9C-3BD42E18E1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Best Offer creates a concrete trade-off.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Lower anchors increase savings only if the offer is accepted.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Expected savings can be written as:</a:t>
            </a:r>
          </a:p>
          <a:p xmlns:a="http://schemas.openxmlformats.org/drawingml/2006/main">
            <a:r>
              <a:t>P(accept | state, anchor) x (1 - anchor)</a:t>
            </a:r>
          </a:p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pPr>
              <a:buNone/>
            </a:pPr>
            <a:r>
              <a:t>The project treats the recommendation as buyer decision support, not as proof of seller manipulation.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C44891E6-FD77-4ED2-B33D-9D52420B512C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ADEEDC-EEE1-8597-0639-A35D9BA153EC}" type="slidenum">
              <a:t>03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3735118-2018-403D-97C0-573C8DD06D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E5BBDBF-7D0D-4939-977B-4D07FC6EF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the lowest offer is not automatically the best decision</a:t>
            </a:r>
          </a:p>
        </p:txBody>
      </p:sp>
    </p:spTree>
    <p:extLst>
      <p:ext uri="{BB962C8B-B14F-4D97-AF65-F5344CB8AC3E}">
        <p14:creationId xmlns:p14="http://schemas.microsoft.com/office/powerpoint/2010/main" val="39348071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B17CCC31-C182-4362-A806-ED097C67863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data are observational.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Buyers chose their own anchors; logged behavior is not randomized.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greedy supervised optimizer may choose anchors rarely seen in the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makes support diagnostics as important as reward estimates.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623CA3EA-E7D2-4B95-8A60-B0208474879F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9970F6C-59B2-055B-5132-2DC31A7003A7}" type="slidenum">
              <a:t>04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834F68-4BE3-4CFA-9D7D-122B49444E8B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303C1D3-845E-4838-B723-09F7B0338D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supervised maximization can leave the data</a:t>
            </a:r>
          </a:p>
        </p:txBody>
      </p:sp>
    </p:spTree>
    <p:extLst>
      <p:ext uri="{BB962C8B-B14F-4D97-AF65-F5344CB8AC3E}">
        <p14:creationId xmlns:p14="http://schemas.microsoft.com/office/powerpoint/2010/main" val="38954840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</a:t>
            </a:r>
          </a:p>
          <a:p xmlns:a="http://schemas.openxmlformats.org/drawingml/2006/main">
            <a:r>
              <a:t>How the report turns negotiation into a support-aware decision problem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</a:t>
            </a:r>
          </a:p>
          <a:p xmlns:a="http://schemas.openxmlformats.org/drawingml/2006/main">
            <a:r>
              <a:t>listing and seller features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</a:t>
            </a:r>
          </a:p>
          <a:p xmlns:a="http://schemas.openxmlformats.org/drawingml/2006/main">
            <a:r>
              <a:t>opening offer ratio = offer / list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Reward</a:t>
            </a:r>
          </a:p>
          <a:p xmlns:a="http://schemas.openxmlformats.org/drawingml/2006/main">
            <a:r>
              <a:t>1 - anchor if accepted, otherwise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Key correction</a:t>
            </a:r>
          </a:p>
          <a:p xmlns:a="http://schemas.openxmlformats.org/drawingml/2006/main">
            <a:r>
              <a:t>no separate price regressor is needed because accepted-offer savings are mechanical in the anchor ratio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9BFB0FA-5DC7-50DB-D53A-0B6D0E34987E}" type="slidenum">
              <a:t>06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one-step MDP / contextual bandit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1AFA04-91DC-4AF6-A35B-83C800AF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AECC5-D2F1-488D-92C6-18651429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7.67M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3F4-959E-4A46-876E-FB927945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train 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44173-AA32-4405-A5DA-216B3C15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68E22-1991-4FA0-9696-FD357A5F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0.701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FBF91-1F12-4E00-BFD4-F295BA13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test 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45D1E4-750A-48AE-BFC3-3E1DAAA3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0EAF2D-FE1C-4F1D-AE88-D0532025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0.311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AF25F-E961-485E-9A80-FEA9517B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support p5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141068-034D-4EE2-A04C-FB5A9ACA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76500"/>
            <a:ext cx="3381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The formulation is intentionally simple: first-offer support is evaluated before claiming policy quality.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Phase 1</a:t>
            </a:r>
          </a:p>
          <a:p xmlns:a="http://schemas.openxmlformats.org/drawingml/2006/main">
            <a:r>
              <a:t>supervised acceptance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2</a:t>
            </a:r>
          </a:p>
          <a:p xmlns:a="http://schemas.openxmlformats.org/drawingml/2006/main">
            <a:r>
              <a:t>CQL offline RL, conservative under distribution shift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3</a:t>
            </a:r>
          </a:p>
          <a:p xmlns:a="http://schemas.openxmlformats.org/drawingml/2006/main">
            <a:r>
              <a:t>PPO in a learned faithful simulator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</a:t>
            </a:r>
          </a:p>
          <a:p xmlns:a="http://schemas.openxmlformats.org/drawingml/2006/main">
            <a:r>
              <a:t>report evidence type beside every number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C5B3A8-B30B-D205-8921-516C108AB9AB}" type="slidenum">
              <a:t>07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three model layers are compared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DD3FD-E5BC-451F-B38E-6592F7BA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4D665-8296-474E-A7A6-3C719BFE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0970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DEC01C-6F6D-4B7C-897F-B6ED9423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07F31B-1D20-4A79-AD3A-71AB0F5B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097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802F0-B8CF-4BAB-8622-F3B4BA16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764D8-87B8-4AB4-BB50-3D6A099A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097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Savings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44491-7E61-4087-8F31-F3498E3F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333E22-C3E0-4EE0-AE08-49CB586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0970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Support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30572-4047-4332-A6A0-B3B5A5C3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CCF7D-3A3B-4963-991A-3769C0F2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8592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Behavior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74E45B-D495-4E9D-8434-10943EA0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89DDF-2DE4-44BB-B1E5-2EB4E310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6859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observed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AEB120-13F9-471D-8241-1A4385C0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F12EE-7E7D-4876-8780-693FE672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0B12C-35FD-4C4D-BACC-D8838B78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678F79-5D8E-4C08-9E56-603B5003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8592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logged baseline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18C900-744D-4EC3-B774-00686A7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C3ED8D-897A-4C26-BDB0-BBD4D138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716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Greedy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A2986-B149-46C4-8A3B-7FD691DB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892A8E-2F9C-40CB-B8F0-5F54B368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71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C53FAD-91BE-4632-ACFC-B8EF61AC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BC913-B249-46DF-AA9F-0F34973F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716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7FB69E-C0BD-4C56-86F1-DB898C1C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28105B-79AF-44EF-80F6-5296CF97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7167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weak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778D06-48F0-4BCE-A889-2ACC1659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45402D-B856-448F-A0CF-499E2E89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5742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CQL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92B1D2-7F15-40F4-8D79-0A9126CA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4355B5-8044-4BB0-AE10-0262884B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2574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AC11C5-F0FA-47B3-A461-D2CFEF2F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F291C0-F70F-42AB-946F-1FED97F0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574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0.020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057947-7C2B-4F29-8E3C-85DFB51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AB6720-40E5-4231-99DA-D2D2F616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5742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healthy ESS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41BA5D-8D27-48B7-8AD2-FC6EB653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DDC2D5-0388-4B46-912E-BE291F9D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431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PPO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F748D4-AF3A-4CFE-BF22-1652CE21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627E27-53C4-4E9D-B9C3-C07DAE16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431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simulator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EE4C75-3C8B-46AD-9591-3F044622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A545E9-A550-4863-8F50-6463DF74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0.184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7AF7B7-A107-4871-92D5-C267D1C6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644005-4996-40DE-82E0-7B965C5A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simulator only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282B31C-20EE-4324-AF11-AF185A42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81375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Read this as evidence triage, not a leaderboard. PPO is simulator-only; CQL is lower reward but more evaluable.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 is diagnostic because true logging propensities are unavailable.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useful question is whether target actions have enough logged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ESS makes unsupported extrapolation visible.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2E54B70-3376-18BE-56BD-5BB8BA701776}" type="slidenum">
              <a:t>08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OPE tests whether a policy is evaluable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810125" y="1257300"/>
          <a:ext xmlns:a="http://schemas.openxmlformats.org/drawingml/2006/main" cx="352425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2415458dfa472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53B40-0FF3-4CD7-A264-A125A01E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71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5293"/>
                </a:solidFill>
              </a:defRPr>
            </a:pPr>
            <a:r>
              <a:rPr sz="1050" b="1">
                <a:solidFill>
                  <a:srgbClr val="005293"/>
                </a:solidFill>
              </a:rPr>
              <a:t>At h = 0.05, CQL retains 36.2% effective support; greedy retains 0.8%.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</a:t>
            </a:r>
          </a:p>
          <a:p xmlns:a="http://schemas.openxmlformats.org/drawingml/2006/main">
            <a:r>
              <a:t>What the results mean and what remains uncertain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76DA83A1-33C7-42C4-8F9C-3BD42E18E1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Supported claim</a:t>
            </a:r>
          </a:p>
          <a:p xmlns:a="http://schemas.openxmlformats.org/drawingml/2006/main">
            <a:r>
              <a:t>CQL changes the recommendation profile and remains much more evaluable than greedy optimization.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Careful claim</a:t>
            </a:r>
          </a:p>
          <a:p xmlns:a="http://schemas.openxmlformats.org/drawingml/2006/main">
            <a:r>
              <a:t>PPO obtains high simulator rewards, but those are learned-environment stress-test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</a:pPr>
            <a:r>
              <a:t>Avoid claiming</a:t>
            </a:r>
          </a:p>
          <a:p xmlns:a="http://schemas.openxmlformats.org/drawingml/2006/main">
            <a:pPr>
              <a:buNone/>
            </a:pPr>
            <a:r>
              <a:t>RL has proven live marketplace lift.</a:t>
            </a:r>
          </a:p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r>
              <a:t>Future work</a:t>
            </a:r>
          </a:p>
          <a:p xmlns:a="http://schemas.openxmlformats.org/drawingml/2006/main">
            <a:r>
              <a:t>sequential negotiation, richer item features, temporal and leaf-holdout robustness tables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C44891E6-FD77-4ED2-B33D-9D52420B512C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3735118-2018-403D-97C0-573C8DD06D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E5BBDBF-7D0D-4939-977B-4D07FC6EF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What: the strongest claim is diagnostic</a:t>
            </a:r>
          </a:p>
        </p:txBody>
      </p:sp>
    </p:spTree>
    <p:extLst>
      <p:ext uri="{BB962C8B-B14F-4D97-AF65-F5344CB8AC3E}">
        <p14:creationId xmlns:p14="http://schemas.microsoft.com/office/powerpoint/2010/main" val="39348071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E6F57E75-77ED-F878-48AE-05A29C686D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does not show that RL beats historical buyers in production.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shows why that claim would be unsafe without support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CQL makes the extrapolation problem measurable; PPO shows what the learned simulator incentivizes; the next model should handle multi-turn counteroffers with explicit uncertainty.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BDDE685E-FB47-68F2-8D0F-75B31344B105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D62A944-DD20-AABC-1EC2-6316001E619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5341D5F-23BE-1BD4-FAE5-0C571C07CA6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Support-aware decision support is the contribution.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FE563C00-8944-820A-C706-7F0696D2FF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919250277"/>
      </p:ext>
    </p:extLst>
  </p:cSld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2026-07-02T18:38:27.7960000Z</dcterms:created>
  <dcterms:modified xsi:type="dcterms:W3CDTF">2026-07-02T18:38:27.7960000Z</dcterms:modified>
</coreProperties>
</file>
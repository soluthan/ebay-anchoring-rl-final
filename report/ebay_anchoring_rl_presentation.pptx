
<file path=[Content_Types].xml><?xml version="1.0" encoding="utf-8"?>
<Types xmlns="http://schemas.openxmlformats.org/package/2006/content-types">
  <Default Extension="xml" ContentType="application/vnd.openxmlformats-package.core-properties+xml"/>
  <Default Extension="wmf" ContentType="image/x-wmf"/>
  <Default Extension="jpeg" ContentType="image/jpeg"/>
  <Default Extension="emf" ContentType="image/x-emf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Masters/slideMaster4.xml" ContentType="application/vnd.openxmlformats-officedocument.presentationml.slideMaster+xml"/>
  <Override PartName="/ppt/slideMasters/theme/theme5.xml" ContentType="application/vnd.openxmlformats-officedocument.theme+xml"/>
  <Override PartName="/ppt/slideMasters/slideMaster5.xml" ContentType="application/vnd.openxmlformats-officedocument.presentationml.slideMaster+xml"/>
  <Override PartName="/ppt/slideMasters/theme/theme6.xml" ContentType="application/vnd.openxmlformats-officedocument.theme+xml"/>
  <Override PartName="/ppt/slideMasters/slideMaster6.xml" ContentType="application/vnd.openxmlformats-officedocument.presentationml.slideMaster+xml"/>
  <Override PartName="/ppt/slideMasters/theme/theme7.xml" ContentType="application/vnd.openxmlformats-officedocument.theme+xml"/>
  <Override PartName="/ppt/slideMasters/slideMaster7.xml" ContentType="application/vnd.openxmlformats-officedocument.presentationml.slideMaster+xml"/>
  <Override PartName="/ppt/slideMasters/theme/theme8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9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0255a0e469427a" /><Relationship Type="http://schemas.openxmlformats.org/officeDocument/2006/relationships/extended-properties" Target="/docProps/app.xml" Id="R8351d8b11a174fab" /><Relationship Type="http://schemas.openxmlformats.org/officeDocument/2006/relationships/officeDocument" Target="/ppt/presentation.xml" Id="R47539e7e0ddd407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3c506193a448d7"/>
    <p:sldMasterId xmlns:r="http://schemas.openxmlformats.org/officeDocument/2006/relationships" id="2147483651" r:id="Rbefb6a906f2449ea"/>
    <p:sldMasterId xmlns:r="http://schemas.openxmlformats.org/officeDocument/2006/relationships" id="2147483653" r:id="R8581195f533f470b"/>
    <p:sldMasterId xmlns:r="http://schemas.openxmlformats.org/officeDocument/2006/relationships" id="2147483656" r:id="Rc087f7d309d24f04"/>
    <p:sldMasterId xmlns:r="http://schemas.openxmlformats.org/officeDocument/2006/relationships" id="2147483659" r:id="R677f41ecdd9a4d57"/>
    <p:sldMasterId xmlns:r="http://schemas.openxmlformats.org/officeDocument/2006/relationships" id="2147483678" r:id="Rd4020f0307584f52"/>
    <p:sldMasterId xmlns:r="http://schemas.openxmlformats.org/officeDocument/2006/relationships" id="2147483680" r:id="R509edf10df6c42eb"/>
  </p:sldMasterIdLst>
  <p:notesMasterIdLst>
    <p:notesMasterId xmlns:r="http://schemas.openxmlformats.org/officeDocument/2006/relationships" r:id="Rebd1237e162842a4"/>
  </p:notesMasterIdLst>
  <p:sldIdLst>
    <p:sldId xmlns:r="http://schemas.openxmlformats.org/officeDocument/2006/relationships" id="256" r:id="R144adb0e54924706"/>
    <p:sldId xmlns:r="http://schemas.openxmlformats.org/officeDocument/2006/relationships" id="257" r:id="Raf2786c8d0104135"/>
    <p:sldId xmlns:r="http://schemas.openxmlformats.org/officeDocument/2006/relationships" id="258" r:id="R704d3811473b4db3"/>
    <p:sldId xmlns:r="http://schemas.openxmlformats.org/officeDocument/2006/relationships" id="259" r:id="R9fd26a97216d4fae"/>
    <p:sldId xmlns:r="http://schemas.openxmlformats.org/officeDocument/2006/relationships" id="260" r:id="Rabc25dab316042b3"/>
    <p:sldId xmlns:r="http://schemas.openxmlformats.org/officeDocument/2006/relationships" id="261" r:id="Rda6b39315a4e4e5d"/>
    <p:sldId xmlns:r="http://schemas.openxmlformats.org/officeDocument/2006/relationships" id="262" r:id="Ra94100e8b6174f84"/>
    <p:sldId xmlns:r="http://schemas.openxmlformats.org/officeDocument/2006/relationships" id="263" r:id="R1d8b70bf120b4924"/>
    <p:sldId xmlns:r="http://schemas.openxmlformats.org/officeDocument/2006/relationships" id="264" r:id="Rfae9d43120ea4e05"/>
    <p:sldId xmlns:r="http://schemas.openxmlformats.org/officeDocument/2006/relationships" id="265" r:id="R015ffb0978a6427a"/>
    <p:sldId xmlns:r="http://schemas.openxmlformats.org/officeDocument/2006/relationships" id="266" r:id="R381d7b2378d440ac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E269D01E-BC32-4049-B463-5C60D7B0CCD2}" styleName="Designformatvorlage 2 - Akz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D083AE6-46FA-4A59-8FB0-9F97EB10719F}" styleName="Helle Formatvorlage 3 - Akz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4B1156A-380E-4F78-BDF5-A606A8083BF9}" styleName="Mittlere Formatvorlage 4 - Akz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2712ddeedb4d88" /><Relationship Type="http://schemas.openxmlformats.org/officeDocument/2006/relationships/slideMaster" Target="/ppt/slideMasters/slideMaster1.xml" Id="R743c506193a448d7" /><Relationship Type="http://schemas.openxmlformats.org/officeDocument/2006/relationships/slideMaster" Target="/ppt/slideMasters/slideMaster2.xml" Id="Rbefb6a906f2449ea" /><Relationship Type="http://schemas.openxmlformats.org/officeDocument/2006/relationships/slideMaster" Target="/ppt/slideMasters/slideMaster3.xml" Id="R8581195f533f470b" /><Relationship Type="http://schemas.openxmlformats.org/officeDocument/2006/relationships/slideMaster" Target="/ppt/slideMasters/slideMaster4.xml" Id="Rc087f7d309d24f04" /><Relationship Type="http://schemas.openxmlformats.org/officeDocument/2006/relationships/slideMaster" Target="/ppt/slideMasters/slideMaster5.xml" Id="R677f41ecdd9a4d57" /><Relationship Type="http://schemas.openxmlformats.org/officeDocument/2006/relationships/slideMaster" Target="/ppt/slideMasters/slideMaster6.xml" Id="Rd4020f0307584f52" /><Relationship Type="http://schemas.openxmlformats.org/officeDocument/2006/relationships/slideMaster" Target="/ppt/slideMasters/slideMaster7.xml" Id="R509edf10df6c42eb" /><Relationship Type="http://schemas.openxmlformats.org/officeDocument/2006/relationships/notesMaster" Target="/ppt/notesMasters/notesMaster1.xml" Id="Rebd1237e162842a4" /><Relationship Type="http://schemas.openxmlformats.org/officeDocument/2006/relationships/presProps" Target="/ppt/presProps.xml" Id="R62fbc69d3c764f6e" /><Relationship Type="http://schemas.openxmlformats.org/officeDocument/2006/relationships/tableStyles" Target="/ppt/tableStyles.xml" Id="R504567e93d7c497c" /><Relationship Type="http://schemas.openxmlformats.org/officeDocument/2006/relationships/slide" Target="/ppt/slides/slide1.xml" Id="R144adb0e54924706" /><Relationship Type="http://schemas.openxmlformats.org/officeDocument/2006/relationships/slide" Target="/ppt/slides/slide2.xml" Id="Raf2786c8d0104135" /><Relationship Type="http://schemas.openxmlformats.org/officeDocument/2006/relationships/slide" Target="/ppt/slides/slide3.xml" Id="R704d3811473b4db3" /><Relationship Type="http://schemas.openxmlformats.org/officeDocument/2006/relationships/slide" Target="/ppt/slides/slide4.xml" Id="R9fd26a97216d4fae" /><Relationship Type="http://schemas.openxmlformats.org/officeDocument/2006/relationships/slide" Target="/ppt/slides/slide5.xml" Id="Rabc25dab316042b3" /><Relationship Type="http://schemas.openxmlformats.org/officeDocument/2006/relationships/slide" Target="/ppt/slides/slide6.xml" Id="Rda6b39315a4e4e5d" /><Relationship Type="http://schemas.openxmlformats.org/officeDocument/2006/relationships/slide" Target="/ppt/slides/slide7.xml" Id="Ra94100e8b6174f84" /><Relationship Type="http://schemas.openxmlformats.org/officeDocument/2006/relationships/slide" Target="/ppt/slides/slide8.xml" Id="R1d8b70bf120b4924" /><Relationship Type="http://schemas.openxmlformats.org/officeDocument/2006/relationships/slide" Target="/ppt/slides/slide9.xml" Id="Rfae9d43120ea4e05" /><Relationship Type="http://schemas.openxmlformats.org/officeDocument/2006/relationships/slide" Target="/ppt/slides/slide10.xml" Id="R015ffb0978a6427a" /><Relationship Type="http://schemas.openxmlformats.org/officeDocument/2006/relationships/slide" Target="/ppt/slides/slide11.xml" Id="R381d7b2378d440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9.xml" Id="Rd66933fe71ea422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9.xml><?xml version="1.0" encoding="utf-8"?>
<a:theme xmlns:a="http://schemas.openxmlformats.org/drawingml/2006/main" name="Titel 1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77e40b216344c62" /><Relationship Type="http://schemas.openxmlformats.org/officeDocument/2006/relationships/notesMaster" Target="/ppt/notesMasters/notesMaster1.xml" Id="R82a53d97079a4a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af2fe3dad6426c" /><Relationship Type="http://schemas.openxmlformats.org/officeDocument/2006/relationships/notesMaster" Target="/ppt/notesMasters/notesMaster1.xml" Id="R4446c9469ab14c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d70d516df9b4b08" /><Relationship Type="http://schemas.openxmlformats.org/officeDocument/2006/relationships/notesMaster" Target="/ppt/notesMasters/notesMaster1.xml" Id="Re65bbe3cb17f41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b9cfd4195424152" /><Relationship Type="http://schemas.openxmlformats.org/officeDocument/2006/relationships/notesMaster" Target="/ppt/notesMasters/notesMaster1.xml" Id="R4d123a21a62d4f9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803096fccb4840" /><Relationship Type="http://schemas.openxmlformats.org/officeDocument/2006/relationships/notesMaster" Target="/ppt/notesMasters/notesMaster1.xml" Id="R3ec97aea73d94f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389b590fd394336" /><Relationship Type="http://schemas.openxmlformats.org/officeDocument/2006/relationships/notesMaster" Target="/ppt/notesMasters/notesMaster1.xml" Id="R582bc28e908c4c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5f422464694e29" /><Relationship Type="http://schemas.openxmlformats.org/officeDocument/2006/relationships/notesMaster" Target="/ppt/notesMasters/notesMaster1.xml" Id="R294f426082c843c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7fb995b3f64b2d" /><Relationship Type="http://schemas.openxmlformats.org/officeDocument/2006/relationships/notesMaster" Target="/ppt/notesMasters/notesMaster1.xml" Id="Rbf52e67c94be4b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b9cab34053845a5" /><Relationship Type="http://schemas.openxmlformats.org/officeDocument/2006/relationships/notesMaster" Target="/ppt/notesMasters/notesMaster1.xml" Id="R6bbce0c64bdb48c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c076c4c8394460b" /><Relationship Type="http://schemas.openxmlformats.org/officeDocument/2006/relationships/notesMaster" Target="/ppt/notesMasters/notesMaster1.xml" Id="Rdb2786662ea64ef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0bfe55b29b44e2d" /><Relationship Type="http://schemas.openxmlformats.org/officeDocument/2006/relationships/notesMaster" Target="/ppt/notesMasters/notesMaster1.xml" Id="R15e600abbb1744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frame: this is not a production-lift claim.</a:t>
            </a:r>
          </a:p>
          <a:p xmlns:a="http://schemas.openxmlformats.org/drawingml/2006/main">
            <a:r>
              <a:t>The deck follows Why, How, What: motivation, method, and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transition from the title into the motivation.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anchor ratio in plain terms: offer divided by list price.</a:t>
            </a:r>
          </a:p>
          <a:p xmlns:a="http://schemas.openxmlformats.org/drawingml/2006/main">
            <a:r>
              <a:t>The tension is savings versus rejection risk.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 up why offline RL and OPE are used.</a:t>
            </a:r>
          </a:p>
          <a:p xmlns:a="http://schemas.openxmlformats.org/drawingml/2006/main">
            <a:r>
              <a:t>Avoid saying the model estimates a causal anchoring effect.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from motivation to pipeline and evaluation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maps directly to Problem Formulation in the report.</a:t>
            </a:r>
          </a:p>
          <a:p xmlns:a="http://schemas.openxmlformats.org/drawingml/2006/main">
            <a:r>
              <a:t>Mention the regressor removal as a simplification and correctness improvement.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explicitly that the rows are not directly comparable as a ranking.</a:t>
            </a:r>
          </a:p>
          <a:p xmlns:a="http://schemas.openxmlformats.org/drawingml/2006/main">
            <a:r>
              <a:t>The key is how each number was produced.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central evidence slide.</a:t>
            </a:r>
          </a:p>
          <a:p xmlns:a="http://schemas.openxmlformats.org/drawingml/2006/main">
            <a:r>
              <a:t>Explain ESS simply: how much usable logged support remains after weighting.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from mechanics to conclusions.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report's negative-but-instructive framing.</a:t>
            </a:r>
          </a:p>
          <a:p xmlns:a="http://schemas.openxmlformats.org/drawingml/2006/main">
            <a:r>
              <a:t>Do not present CQL as a reward win; present it as support discipline.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claim boundary.</a:t>
            </a:r>
          </a:p>
          <a:p xmlns:a="http://schemas.openxmlformats.org/drawingml/2006/main">
            <a:r>
              <a:t>This final line ties the project back to scientific methodology and future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05b4d20ddf4f0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655b395d42417e" /><Relationship Type="http://schemas.openxmlformats.org/officeDocument/2006/relationships/image" Target="/ppt/media/image2.jpeg" Id="R098ceda945f84a4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23a10dcc06e4a8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e975f26eba3a4ae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a6825604477e417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5cc193996366494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c734634d3a0942e7" /><Relationship Type="http://schemas.openxmlformats.org/officeDocument/2006/relationships/image" Target="/ppt/media/image2.jpeg" Id="Rb78a7d06019b413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5044f220b2234ef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7fa5dd8edb674cc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6fd7a3d63b53488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c4eb5dd820534e66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63ad9465347d43d7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e75aa171350c4a09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695bfabfbd364568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d19408819b1f4f09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e420fbe0c8424d62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5fda2d2cb10f4f48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aac77b93b449494d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d86360081dc44c0f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6570c8c02ee24492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d0626cc88c0f4969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cd249dd378614ca5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61a1827d3bd147e5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0ff79be4104946b2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bef9c6c2d7294016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6.xml" Id="R47dab7ffa77148d9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7.xml" Id="Rbb85cffb9d564638" /></Relationships>
</file>

<file path=ppt/slideLayouts/slideLayout1.xml><?xml version="1.0" encoding="utf-8"?>
<p:sldLayout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0C842C3C-4309-41AB-9DB2-A9458E5EA6D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833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E9F6DB42-E0FA-45BB-BCC9-4E91EF22D01D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/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14" name="Rechteck 13">
            <a:extLst xmlns:a="http://schemas.openxmlformats.org/drawingml/2006/main">
              <a:ext uri="{FF2B5EF4-FFF2-40B4-BE49-F238E27FC236}">
                <a16:creationId xmlns:a16="http://schemas.microsoft.com/office/drawing/2014/main" id="{7B5D8E2C-C666-4B1F-AE36-6ACD9C9D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635" y="4806203"/>
            <a:ext cx="575236" cy="26894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7534DD79-70A0-4173-A899-52EF5A6E32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Bild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8ceda945f84a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5215" y="1476375"/>
            <a:ext cx="3819542" cy="3333750"/>
          </a:xfrm>
          <a:prstGeom xmlns:a="http://schemas.openxmlformats.org/drawingml/2006/main" prst="rect">
            <a:avLst/>
          </a:prstGeom>
        </p:spPr>
      </p:pic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FC62E4C3-AD5B-4F18-A6E8-3CD520563E2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833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54EFA432-92C8-40E8-B064-3285F823E634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/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14" name="Rechteck 13">
            <a:extLst xmlns:a="http://schemas.openxmlformats.org/drawingml/2006/main">
              <a:ext uri="{FF2B5EF4-FFF2-40B4-BE49-F238E27FC236}">
                <a16:creationId xmlns:a16="http://schemas.microsoft.com/office/drawing/2014/main" id="{A621E9D3-A749-406B-B3CE-0477918A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635" y="4806203"/>
            <a:ext cx="575236" cy="26894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C6076C19-033D-42F0-8DF4-D6D4DE1725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4.xml><?xml version="1.0" encoding="utf-8"?>
<p:sldLayout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6C20E8BF-281A-449F-83B7-5ACF8A5EA31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7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34ADC3F5-4745-46B4-8125-8A1BF7D6FA97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199F29C0-64CB-4F1D-8951-016864BBC8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DB2B2DD2-DEC3-4BCD-A9E1-9EADA11152B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7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5B18E820-02F7-47EE-BAD8-A379B7359A7A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647D15CF-8720-4A5A-9BD1-C02C5C1ACB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2" name="Textfeld 10">
            <a:extLst xmlns:a="http://schemas.openxmlformats.org/drawingml/2006/main">
              <a:ext uri="{FF2B5EF4-FFF2-40B4-BE49-F238E27FC236}">
                <a16:creationId xmlns:a16="http://schemas.microsoft.com/office/drawing/2014/main" id="{154976A3-D458-EBF9-B242-F3440F11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06" y="321468"/>
            <a:ext cx="7160425" cy="34624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bg1"/>
                </a:solidFill>
                <a:latin typeface="+mn-lt"/>
                <a:ea typeface="+mn-lt"/>
                <a:cs typeface="+mn-lt"/>
              </a:rPr>
              <a:t>Chair of High-Power Converter Systems</a:t>
            </a:r>
          </a:p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bg1"/>
                </a:solidFill>
                <a:latin typeface="+mn-lt"/>
                <a:ea typeface="+mn-lt"/>
                <a:cs typeface="+mn-lt"/>
              </a:rPr>
              <a:t>TUM School of Engineering and Design</a:t>
            </a:r>
          </a:p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bg1"/>
                </a:solidFill>
                <a:latin typeface="+mn-lt"/>
                <a:ea typeface="+mn-lt"/>
                <a:cs typeface="+mn-lt"/>
              </a:rPr>
              <a:t>Technical University of Munich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298DCBD3-9385-4E9C-B826-5D3524EF7D1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7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6A2BF818-19D9-48AC-9459-6CA401DBBF91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>
                <a:solidFill>
                  <a:srgbClr val="000000"/>
                </a:solidFill>
              </a:defRPr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14" name="Rechteck 13">
            <a:extLst xmlns:a="http://schemas.openxmlformats.org/drawingml/2006/main">
              <a:ext uri="{FF2B5EF4-FFF2-40B4-BE49-F238E27FC236}">
                <a16:creationId xmlns:a16="http://schemas.microsoft.com/office/drawing/2014/main" id="{27B886CB-E445-43B0-8FE1-51845E9D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635" y="4806203"/>
            <a:ext cx="575236" cy="26894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F9F170B1-9250-4BC8-B6E1-404B756F8286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Bild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8a7d06019b41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5215" y="1476375"/>
            <a:ext cx="3819542" cy="3333750"/>
          </a:xfrm>
          <a:prstGeom xmlns:a="http://schemas.openxmlformats.org/drawingml/2006/main" prst="rect">
            <a:avLst/>
          </a:prstGeom>
        </p:spPr>
      </p:pic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465C6A33-01C6-4E11-847B-3D3AAC1AEF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7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EEBC5754-05B9-4A1C-98DA-846E93BC16A0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>
                <a:solidFill>
                  <a:srgbClr val="000000"/>
                </a:solidFill>
              </a:defRPr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14" name="Rechteck 13">
            <a:extLst xmlns:a="http://schemas.openxmlformats.org/drawingml/2006/main">
              <a:ext uri="{FF2B5EF4-FFF2-40B4-BE49-F238E27FC236}">
                <a16:creationId xmlns:a16="http://schemas.microsoft.com/office/drawing/2014/main" id="{AFCE0ED9-6C7F-466D-8DCF-844467A4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635" y="4806203"/>
            <a:ext cx="575236" cy="26894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BB975192-D2ED-4273-BAA9-203829F8A857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3F784C58-6069-4E66-A0D6-E9B1AB0DFFF2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/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14" name="Rechteck 13">
            <a:extLst xmlns:a="http://schemas.openxmlformats.org/drawingml/2006/main">
              <a:ext uri="{FF2B5EF4-FFF2-40B4-BE49-F238E27FC236}">
                <a16:creationId xmlns:a16="http://schemas.microsoft.com/office/drawing/2014/main" id="{AFA0F52B-E80A-4065-BD28-CDCE8C24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635" y="4806203"/>
            <a:ext cx="575236" cy="26894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" name="Foliennummernplatzhalter 7">
            <a:extLst xmlns:a="http://schemas.openxmlformats.org/drawingml/2006/main">
              <a:ext uri="{FF2B5EF4-FFF2-40B4-BE49-F238E27FC236}">
                <a16:creationId xmlns:a16="http://schemas.microsoft.com/office/drawing/2014/main" id="{DF6454F2-9C09-45F7-8108-6AB56D7330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9" name="Titel 1">
            <a:extLst xmlns:a="http://schemas.openxmlformats.org/drawingml/2006/main">
              <a:ext uri="{FF2B5EF4-FFF2-40B4-BE49-F238E27FC236}">
                <a16:creationId xmlns:a16="http://schemas.microsoft.com/office/drawing/2014/main" id="{05AABF3B-2112-4303-BACC-C389E81E7384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7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preserve="1" userDrawn="1">
  <p:cSld name="Inhal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el 1">
            <a:extLst xmlns:a="http://schemas.openxmlformats.org/drawingml/2006/main">
              <a:ext uri="{FF2B5EF4-FFF2-40B4-BE49-F238E27FC236}">
                <a16:creationId xmlns:a16="http://schemas.microsoft.com/office/drawing/2014/main" id="{AD8A5A84-30BC-41F2-89BC-3F9999BAF48E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 marL="0" indent="0"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1EA35FF7-842A-4CA9-B6C2-BB67918AF23D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 lIns="0" rIns="0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BADF0145-635C-47FB-9EEE-E9708BC0BBDA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9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740E7229-04EE-4764-BC7E-F87916F4FA64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1_Inhal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el 1">
            <a:extLst xmlns:a="http://schemas.openxmlformats.org/drawingml/2006/main">
              <a:ext uri="{FF2B5EF4-FFF2-40B4-BE49-F238E27FC236}">
                <a16:creationId xmlns:a16="http://schemas.microsoft.com/office/drawing/2014/main" id="{52D7B14C-58EC-4C26-A42E-0FFD9ADE644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 marL="0" indent="0"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7CC482BA-802B-452A-80AF-3BA1F7359A76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 lIns="0" rIns="0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1ED4D4CE-9C3B-41F0-B5A6-1C1C91C5F39A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Inhalt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9FB6B2A8-46A0-4C15-A1AE-AC37AFE25797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19090" y="1785785"/>
            <a:ext cx="8508999" cy="290051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FC685114-FBE8-4F09-9E98-609450E307DD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9DE51DE6-D6D2-4BCA-A354-2C32FF8FD5F5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6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B4E66127-E51E-4382-BCF9-1CE443D233DA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19090" y="1222525"/>
            <a:ext cx="8508999" cy="505304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1" name="Titel 1">
            <a:extLst xmlns:a="http://schemas.openxmlformats.org/drawingml/2006/main"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20912513-725A-7B3D-7236-D9DF537BD47D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3_Inhalt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7689D7F0-030B-46AC-A827-17059A3FAE0D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19090" y="1785785"/>
            <a:ext cx="8508999" cy="290051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AAC4C312-F0C9-42D6-8C2E-7701AFF88BC8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CD6087E1-873D-4778-B2EB-791DEBE1D6C6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6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2B30746B-DDD7-447A-BD0C-317BF6E7AAFD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19090" y="1222525"/>
            <a:ext cx="8508999" cy="505304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1" name="Titel 1">
            <a:extLst xmlns:a="http://schemas.openxmlformats.org/drawingml/2006/main"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2_Inhalt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53A74070-D0E1-4788-A8CA-89AD06BC896C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19090" y="1506687"/>
            <a:ext cx="8508999" cy="3179614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2C39C9EA-FAB9-4EF1-AD2D-82A7EBA30881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7293576E-21A5-42A0-91F9-26B44B8B2A4C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6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171CE642-6248-41FC-BF22-83C9E25D049C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11161" y="936839"/>
            <a:ext cx="8508999" cy="497688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1" name="Titel 1">
            <a:extLst xmlns:a="http://schemas.openxmlformats.org/drawingml/2006/main"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1_Inhalt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51ACDE97-4B6A-442C-8B98-23CF725E9DF5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19090" y="1222525"/>
            <a:ext cx="8508999" cy="346377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B179233F-2A72-4EB5-9BDD-390863AD3FC2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44A06E1C-5F29-4B2B-98F5-73DC14998B83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1" name="Titel 1">
            <a:extLst xmlns:a="http://schemas.openxmlformats.org/drawingml/2006/main"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293133E1-5289-7056-E483-775294333E78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4_Inhalt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6BF4CD57-754C-4C67-B1DB-15CED9C10E56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19090" y="1222525"/>
            <a:ext cx="8508999" cy="346377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175472D2-BBC8-4576-84FE-6E544C62A740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C442CEE0-87E5-46CE-A55A-B3D1752A4542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1" name="Titel 1">
            <a:extLst xmlns:a="http://schemas.openxmlformats.org/drawingml/2006/main"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B35F090F-DEA4-4491-8051-2C98E4C15400}"/>
              </a:ext>
            </a:extLst>
          </p:cNvPr>
          <p:cNvSpPr>
            <a:spLocks xmlns:a="http://schemas.openxmlformats.org/drawingml/2006/main" noGrp="1"/>
          </p:cNvSpPr>
          <p:nvPr>
            <p:ph idx="14" hasCustomPrompt="1"/>
          </p:nvPr>
        </p:nvSpPr>
        <p:spPr>
          <a:xfrm xmlns:a="http://schemas.openxmlformats.org/drawingml/2006/main">
            <a:off x="311162" y="1222524"/>
            <a:ext cx="4180910" cy="34751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BD895D63-0F33-470E-AB75-E7561F2EE056}"/>
              </a:ext>
            </a:extLst>
          </p:cNvPr>
          <p:cNvSpPr>
            <a:spLocks xmlns:a="http://schemas.openxmlformats.org/drawingml/2006/main" noGrp="1"/>
          </p:cNvSpPr>
          <p:nvPr>
            <p:ph idx="15" hasCustomPrompt="1"/>
          </p:nvPr>
        </p:nvSpPr>
        <p:spPr>
          <a:xfrm xmlns:a="http://schemas.openxmlformats.org/drawingml/2006/main">
            <a:off x="4647179" y="1222524"/>
            <a:ext cx="4180910" cy="34751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5BA9829F-4723-4380-ABA5-58AB89DFF7FF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8" name="Fußzeilenplatzhalter 7">
            <a:extLst xmlns:a="http://schemas.openxmlformats.org/drawingml/2006/main">
              <a:ext uri="{FF2B5EF4-FFF2-40B4-BE49-F238E27FC236}">
                <a16:creationId xmlns:a16="http://schemas.microsoft.com/office/drawing/2014/main" id="{724028DD-883D-44A7-8C0D-B0A19FE9AA95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7" name="Titel 1">
            <a:extLst xmlns:a="http://schemas.openxmlformats.org/drawingml/2006/main">
              <a:ext uri="{FF2B5EF4-FFF2-40B4-BE49-F238E27FC236}">
                <a16:creationId xmlns:a16="http://schemas.microsoft.com/office/drawing/2014/main" id="{C820FC66-B1DF-47A9-8103-CDCC8883639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E9EB89DB-0FCB-44DF-1F96-9A2EDDD7D265}"/>
              </a:ext>
            </a:extLst>
          </p:cNvPr>
          <p:cNvSpPr>
            <a:spLocks xmlns:a="http://schemas.openxmlformats.org/drawingml/2006/main" noGrp="1"/>
          </p:cNvSpPr>
          <p:nvPr>
            <p:ph type="body" idx="18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9F41627E-3E2A-4DDA-8BD5-8AF1EC18CB68}"/>
              </a:ext>
            </a:extLst>
          </p:cNvPr>
          <p:cNvSpPr>
            <a:spLocks xmlns:a="http://schemas.openxmlformats.org/drawingml/2006/main" noGrp="1"/>
          </p:cNvSpPr>
          <p:nvPr>
            <p:ph idx="14" hasCustomPrompt="1"/>
          </p:nvPr>
        </p:nvSpPr>
        <p:spPr>
          <a:xfrm xmlns:a="http://schemas.openxmlformats.org/drawingml/2006/main">
            <a:off x="311162" y="1222524"/>
            <a:ext cx="4180910" cy="34751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77B2108F-6F6D-45B0-824E-E7822E122B7B}"/>
              </a:ext>
            </a:extLst>
          </p:cNvPr>
          <p:cNvSpPr>
            <a:spLocks xmlns:a="http://schemas.openxmlformats.org/drawingml/2006/main" noGrp="1"/>
          </p:cNvSpPr>
          <p:nvPr>
            <p:ph idx="15" hasCustomPrompt="1"/>
          </p:nvPr>
        </p:nvSpPr>
        <p:spPr>
          <a:xfrm xmlns:a="http://schemas.openxmlformats.org/drawingml/2006/main">
            <a:off x="4647179" y="1222524"/>
            <a:ext cx="4180910" cy="34751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981B724B-BA7C-463E-969D-E9D986333D0D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8" name="Fußzeilenplatzhalter 7">
            <a:extLst xmlns:a="http://schemas.openxmlformats.org/drawingml/2006/main">
              <a:ext uri="{FF2B5EF4-FFF2-40B4-BE49-F238E27FC236}">
                <a16:creationId xmlns:a16="http://schemas.microsoft.com/office/drawing/2014/main" id="{BB678100-B51C-4019-B0BB-289DF315DA75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7" name="Titel 1">
            <a:extLst xmlns:a="http://schemas.openxmlformats.org/drawingml/2006/main">
              <a:ext uri="{FF2B5EF4-FFF2-40B4-BE49-F238E27FC236}">
                <a16:creationId xmlns:a16="http://schemas.microsoft.com/office/drawing/2014/main" id="{C820FC66-B1DF-47A9-8103-CDCC8883639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Zwei Inhalte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1F859CA0-22A9-4D75-AEDA-82078C8DF039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1C0E1EED-2438-4852-BF29-BE078136A1B6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8FA99611-FC4C-400F-9669-8A174D90733D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8" name="Inhaltsplatzhalter 9">
            <a:extLst xmlns:a="http://schemas.openxmlformats.org/drawingml/2006/main">
              <a:ext uri="{FF2B5EF4-FFF2-40B4-BE49-F238E27FC236}">
                <a16:creationId xmlns:a16="http://schemas.microsoft.com/office/drawing/2014/main" id="{4F671E99-F2EE-4A1A-A94C-FD99032B9EF2}"/>
              </a:ext>
            </a:extLst>
          </p:cNvPr>
          <p:cNvSpPr>
            <a:spLocks xmlns:a="http://schemas.openxmlformats.org/drawingml/2006/main" noGrp="1"/>
          </p:cNvSpPr>
          <p:nvPr>
            <p:ph idx="18"/>
          </p:nvPr>
        </p:nvSpPr>
        <p:spPr>
          <a:xfrm xmlns:a="http://schemas.openxmlformats.org/drawingml/2006/main">
            <a:off x="316992" y="1771076"/>
            <a:ext cx="4188333" cy="2924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rIns="0"/>
          <a:lstStyle xmlns:a="http://schemas.openxmlformats.org/drawingml/2006/main">
            <a:lvl1pPr>
              <a:buNone/>
              <a:defRPr sz="1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Textmasterformate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1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911E37DF-568F-425F-AAB6-E8D2601D02AC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4638677" y="1771077"/>
            <a:ext cx="4180392" cy="2924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15" name="Titel 1">
            <a:extLst xmlns:a="http://schemas.openxmlformats.org/drawingml/2006/main">
              <a:ext uri="{FF2B5EF4-FFF2-40B4-BE49-F238E27FC236}">
                <a16:creationId xmlns:a16="http://schemas.microsoft.com/office/drawing/2014/main" id="{82BEFDB1-C0BE-4875-BD7E-86FDD31F7CD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9AEF4677-339F-8CA2-B0ED-473D9EA817FC}"/>
              </a:ext>
            </a:extLst>
          </p:cNvPr>
          <p:cNvSpPr>
            <a:spLocks xmlns:a="http://schemas.openxmlformats.org/drawingml/2006/main" noGrp="1"/>
          </p:cNvSpPr>
          <p:nvPr>
            <p:ph type="body" idx="19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1_Zwei Inhalte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313A7067-EBFF-43BD-89C2-F2F9AD63FA92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3ECD2471-DA94-4E57-B661-6F21B526A14B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4734F881-B279-4FEF-A3E2-2041B4CEB293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8" name="Inhaltsplatzhalter 9">
            <a:extLst xmlns:a="http://schemas.openxmlformats.org/drawingml/2006/main">
              <a:ext uri="{FF2B5EF4-FFF2-40B4-BE49-F238E27FC236}">
                <a16:creationId xmlns:a16="http://schemas.microsoft.com/office/drawing/2014/main" id="{C030E6DA-A317-4DCF-858B-783266EBE595}"/>
              </a:ext>
            </a:extLst>
          </p:cNvPr>
          <p:cNvSpPr>
            <a:spLocks xmlns:a="http://schemas.openxmlformats.org/drawingml/2006/main" noGrp="1"/>
          </p:cNvSpPr>
          <p:nvPr>
            <p:ph idx="18"/>
          </p:nvPr>
        </p:nvSpPr>
        <p:spPr>
          <a:xfrm xmlns:a="http://schemas.openxmlformats.org/drawingml/2006/main">
            <a:off x="316992" y="1771076"/>
            <a:ext cx="4188333" cy="2924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rIns="0"/>
          <a:lstStyle xmlns:a="http://schemas.openxmlformats.org/drawingml/2006/main">
            <a:lvl1pPr>
              <a:buNone/>
              <a:defRPr sz="1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Textmasterformate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1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5D62D7C0-54EE-4D86-AD0F-666B59BFD6F2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4638677" y="1771077"/>
            <a:ext cx="4180392" cy="2924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15" name="Titel 1">
            <a:extLst xmlns:a="http://schemas.openxmlformats.org/drawingml/2006/main">
              <a:ext uri="{FF2B5EF4-FFF2-40B4-BE49-F238E27FC236}">
                <a16:creationId xmlns:a16="http://schemas.microsoft.com/office/drawing/2014/main" id="{82BEFDB1-C0BE-4875-BD7E-86FDD31F7CD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Zwei Inhalte + Text (Hintergrund)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hteck 8">
            <a:extLst xmlns:a="http://schemas.openxmlformats.org/drawingml/2006/main">
              <a:ext uri="{FF2B5EF4-FFF2-40B4-BE49-F238E27FC236}">
                <a16:creationId xmlns:a16="http://schemas.microsoft.com/office/drawing/2014/main" id="{42EF5934-D531-48B8-8C9A-D320F864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52650"/>
            <a:ext cx="9144000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algn="r">
              <a:buNone/>
            </a:pPr>
          </a:p>
        </p:txBody>
      </p:sp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8F068A01-1080-44F4-B25D-6E1F67B18D09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1902EEA9-B559-4D7F-9054-57E2ECA5CABD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8" name="Inhaltsplatzhalter 9">
            <a:extLst xmlns:a="http://schemas.openxmlformats.org/drawingml/2006/main">
              <a:ext uri="{FF2B5EF4-FFF2-40B4-BE49-F238E27FC236}">
                <a16:creationId xmlns:a16="http://schemas.microsoft.com/office/drawing/2014/main" id="{8C511424-4769-414C-B773-B1EFB097B28B}"/>
              </a:ext>
            </a:extLst>
          </p:cNvPr>
          <p:cNvSpPr>
            <a:spLocks xmlns:a="http://schemas.openxmlformats.org/drawingml/2006/main" noGrp="1"/>
          </p:cNvSpPr>
          <p:nvPr>
            <p:ph idx="18"/>
          </p:nvPr>
        </p:nvSpPr>
        <p:spPr>
          <a:xfrm xmlns:a="http://schemas.openxmlformats.org/drawingml/2006/main">
            <a:off x="316992" y="1771076"/>
            <a:ext cx="4197858" cy="293427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rIns="0"/>
          <a:lstStyle xmlns:a="http://schemas.openxmlformats.org/drawingml/2006/main">
            <a:lvl1pPr>
              <a:buNone/>
              <a:defRPr sz="1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Textmasterformate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1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881CF1ED-85B5-4704-9B4A-C2A94049440B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4648200" y="1771076"/>
            <a:ext cx="4180392" cy="2915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10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87C23807-E62C-4A4F-B8C6-94666BAC13CB}"/>
              </a:ext>
            </a:extLst>
          </p:cNvPr>
          <p:cNvSpPr>
            <a:spLocks xmlns:a="http://schemas.openxmlformats.org/drawingml/2006/main" noGrp="1"/>
          </p:cNvSpPr>
          <p:nvPr>
            <p:ph type="body" idx="19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5" name="Titel 1">
            <a:extLst xmlns:a="http://schemas.openxmlformats.org/drawingml/2006/main">
              <a:ext uri="{FF2B5EF4-FFF2-40B4-BE49-F238E27FC236}">
                <a16:creationId xmlns:a16="http://schemas.microsoft.com/office/drawing/2014/main" id="{D4303ED8-136B-40E2-A690-FE4668647E7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B396E02D-F2E0-1B1F-A258-256C442E5359}"/>
              </a:ext>
            </a:extLst>
          </p:cNvPr>
          <p:cNvSpPr>
            <a:spLocks xmlns:a="http://schemas.openxmlformats.org/drawingml/2006/main" noGrp="1"/>
          </p:cNvSpPr>
          <p:nvPr>
            <p:ph type="body" idx="20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21.xml><?xml version="1.0" encoding="utf-8"?>
<p:sldLayout xmlns:p="http://schemas.openxmlformats.org/presentationml/2006/main" preserve="1" userDrawn="1">
  <p:cSld name="1_Zwei Inhalte + Text (Hintergrund)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hteck 8">
            <a:extLst xmlns:a="http://schemas.openxmlformats.org/drawingml/2006/main">
              <a:ext uri="{FF2B5EF4-FFF2-40B4-BE49-F238E27FC236}">
                <a16:creationId xmlns:a16="http://schemas.microsoft.com/office/drawing/2014/main" id="{36F4F194-2F74-4551-8CF1-9AE25546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71076"/>
            <a:ext cx="9144000" cy="337242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algn="r">
              <a:buNone/>
            </a:pPr>
          </a:p>
        </p:txBody>
      </p:sp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2AEF0ACD-A56F-438F-B240-C3768E8ED6FC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569C09DD-84BA-419D-80FC-CC7119D3C2B1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8" name="Inhaltsplatzhalter 9">
            <a:extLst xmlns:a="http://schemas.openxmlformats.org/drawingml/2006/main">
              <a:ext uri="{FF2B5EF4-FFF2-40B4-BE49-F238E27FC236}">
                <a16:creationId xmlns:a16="http://schemas.microsoft.com/office/drawing/2014/main" id="{6976BAB2-4D6F-4249-805C-AFB84622A6EA}"/>
              </a:ext>
            </a:extLst>
          </p:cNvPr>
          <p:cNvSpPr>
            <a:spLocks xmlns:a="http://schemas.openxmlformats.org/drawingml/2006/main" noGrp="1"/>
          </p:cNvSpPr>
          <p:nvPr>
            <p:ph idx="18"/>
          </p:nvPr>
        </p:nvSpPr>
        <p:spPr>
          <a:xfrm xmlns:a="http://schemas.openxmlformats.org/drawingml/2006/main">
            <a:off x="316992" y="1771076"/>
            <a:ext cx="4197858" cy="293427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rIns="0"/>
          <a:lstStyle xmlns:a="http://schemas.openxmlformats.org/drawingml/2006/main">
            <a:lvl1pPr>
              <a:buNone/>
              <a:defRPr sz="1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Textmasterformate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1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768B0AA4-F021-4939-A141-910683BCD0E1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4648200" y="1771076"/>
            <a:ext cx="4180392" cy="2915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10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E69A1903-2486-4D13-82D8-95B51EAC1CEE}"/>
              </a:ext>
            </a:extLst>
          </p:cNvPr>
          <p:cNvSpPr>
            <a:spLocks xmlns:a="http://schemas.openxmlformats.org/drawingml/2006/main" noGrp="1"/>
          </p:cNvSpPr>
          <p:nvPr>
            <p:ph type="body" idx="19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5" name="Titel 1">
            <a:extLst xmlns:a="http://schemas.openxmlformats.org/drawingml/2006/main">
              <a:ext uri="{FF2B5EF4-FFF2-40B4-BE49-F238E27FC236}">
                <a16:creationId xmlns:a16="http://schemas.microsoft.com/office/drawing/2014/main" id="{D4303ED8-136B-40E2-A690-FE4668647E7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große Bil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3C2574D1-9F54-4AB9-9F16-D96259B3662C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CCBF7E90-3507-4ED1-AE32-564C23F3F2DC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9" name="Bildplatzhalter 8">
            <a:extLst xmlns:a="http://schemas.openxmlformats.org/drawingml/2006/main">
              <a:ext uri="{FF2B5EF4-FFF2-40B4-BE49-F238E27FC236}">
                <a16:creationId xmlns:a16="http://schemas.microsoft.com/office/drawing/2014/main" id="{1882A00F-5F8D-4FB9-B323-667EDCD51219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0" y="1771076"/>
            <a:ext cx="9144000" cy="33673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8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128FC414-7C1E-479C-AD0D-EAFD20944746}"/>
              </a:ext>
            </a:extLst>
          </p:cNvPr>
          <p:cNvSpPr>
            <a:spLocks xmlns:a="http://schemas.openxmlformats.org/drawingml/2006/main" noGrp="1"/>
          </p:cNvSpPr>
          <p:nvPr>
            <p:ph type="body" idx="18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0" name="Titel 1">
            <a:extLst xmlns:a="http://schemas.openxmlformats.org/drawingml/2006/main">
              <a:ext uri="{FF2B5EF4-FFF2-40B4-BE49-F238E27FC236}">
                <a16:creationId xmlns:a16="http://schemas.microsoft.com/office/drawing/2014/main" id="{B1164939-4755-42C9-9079-2B5AE284E2E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5FE9A9B3-89BF-F3DC-FA80-DEDD36A47285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23.xml><?xml version="1.0" encoding="utf-8"?>
<p:sldLayout xmlns:p="http://schemas.openxmlformats.org/presentationml/2006/main" preserve="1" userDrawn="1">
  <p:cSld name="1_große Bil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837CF4D8-4FBA-43AC-B416-E6000C3AAE0D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7FDE1D62-4117-46AF-A53D-65FD80745DB9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9" name="Bildplatzhalter 8">
            <a:extLst xmlns:a="http://schemas.openxmlformats.org/drawingml/2006/main">
              <a:ext uri="{FF2B5EF4-FFF2-40B4-BE49-F238E27FC236}">
                <a16:creationId xmlns:a16="http://schemas.microsoft.com/office/drawing/2014/main" id="{F99156D0-BA81-4333-8B1E-6FED4F1F6A7C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0" y="1771076"/>
            <a:ext cx="9144000" cy="33673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8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B48727E4-CB95-49AE-869B-7E3D8E8B0311}"/>
              </a:ext>
            </a:extLst>
          </p:cNvPr>
          <p:cNvSpPr>
            <a:spLocks xmlns:a="http://schemas.openxmlformats.org/drawingml/2006/main" noGrp="1"/>
          </p:cNvSpPr>
          <p:nvPr>
            <p:ph type="body" idx="18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0" name="Titel 1">
            <a:extLst xmlns:a="http://schemas.openxmlformats.org/drawingml/2006/main">
              <a:ext uri="{FF2B5EF4-FFF2-40B4-BE49-F238E27FC236}">
                <a16:creationId xmlns:a16="http://schemas.microsoft.com/office/drawing/2014/main" id="{B1164939-4755-42C9-9079-2B5AE284E2E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24.xml><?xml version="1.0" encoding="utf-8"?>
<p:sldLayout xmlns:p="http://schemas.openxmlformats.org/presentationml/2006/main" preserve="1" userDrawn="1">
  <p:cSld name="Bilder formatfüllen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72E5420F-527A-45AD-8153-FB411A2CB273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0" y="1222524"/>
            <a:ext cx="9144000" cy="392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0F9A01B0-4ACE-4E6F-A99C-3504CE7B0981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0" name="Fußzeilenplatzhalter 9">
            <a:extLst xmlns:a="http://schemas.openxmlformats.org/drawingml/2006/main">
              <a:ext uri="{FF2B5EF4-FFF2-40B4-BE49-F238E27FC236}">
                <a16:creationId xmlns:a16="http://schemas.microsoft.com/office/drawing/2014/main" id="{8033138A-8E9B-43B4-BB26-E8D317DACB88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4" name="Titel 1">
            <a:extLst xmlns:a="http://schemas.openxmlformats.org/drawingml/2006/main">
              <a:ext uri="{FF2B5EF4-FFF2-40B4-BE49-F238E27FC236}">
                <a16:creationId xmlns:a16="http://schemas.microsoft.com/office/drawing/2014/main" id="{6F6AFFF9-3343-4B1B-8898-C1F255D0316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FB6134F2-2761-390F-47D1-C1565FBC87CA}"/>
              </a:ext>
            </a:extLst>
          </p:cNvPr>
          <p:cNvSpPr>
            <a:spLocks xmlns:a="http://schemas.openxmlformats.org/drawingml/2006/main" noGrp="1"/>
          </p:cNvSpPr>
          <p:nvPr>
            <p:ph type="body" idx="17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25.xml><?xml version="1.0" encoding="utf-8"?>
<p:sldLayout xmlns:p="http://schemas.openxmlformats.org/presentationml/2006/main" preserve="1" userDrawn="1">
  <p:cSld name="1_Bilder formatfüllen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51376CB4-9196-4A58-86AF-E4E51A5DD5A5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0" y="1222524"/>
            <a:ext cx="9144000" cy="392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FE3156EB-87D6-4523-B670-0F734DBAEE10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0" name="Fußzeilenplatzhalter 9">
            <a:extLst xmlns:a="http://schemas.openxmlformats.org/drawingml/2006/main">
              <a:ext uri="{FF2B5EF4-FFF2-40B4-BE49-F238E27FC236}">
                <a16:creationId xmlns:a16="http://schemas.microsoft.com/office/drawing/2014/main" id="{803145A5-B29F-4754-A030-790C249485E2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4" name="Titel 1">
            <a:extLst xmlns:a="http://schemas.openxmlformats.org/drawingml/2006/main">
              <a:ext uri="{FF2B5EF4-FFF2-40B4-BE49-F238E27FC236}">
                <a16:creationId xmlns:a16="http://schemas.microsoft.com/office/drawing/2014/main" id="{6F6AFFF9-3343-4B1B-8898-C1F255D0316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26.xml><?xml version="1.0" encoding="utf-8"?>
<p:sldLayout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16FF5CFB-5EE6-429E-9B0B-F46AE488E3E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12311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Präsentationsmuster</a:t>
            </a:r>
            <a:br/>
            <a:br/>
            <a:r>
              <a:t>kann auch als </a:t>
            </a:r>
            <a:r>
              <a:t>Kapiteltrenner</a:t>
            </a:r>
            <a:r>
              <a:t> verwendet werden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40925EF4-0BDE-48C8-9113-553F58110F0F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76AD58D1-F0DB-4B2B-8B48-4AE4FF62FFA9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</p:sldLayout>
</file>

<file path=ppt/slideLayouts/slideLayout27.xml><?xml version="1.0" encoding="utf-8"?>
<p:sldLayout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D3E87927-EB5D-4A81-A694-3380707B889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12311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Präsentationsmuster</a:t>
            </a:r>
            <a:br/>
            <a:br/>
            <a:r>
              <a:t>kann auch als </a:t>
            </a:r>
            <a:r>
              <a:t>Kapiteltrenner</a:t>
            </a:r>
            <a:r>
              <a:t> verwendet werden</a:t>
            </a: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39EC0D3E-BFDF-410C-B498-CD082DF0A12D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8" name="Fußzeilenplatzhalter 7">
            <a:extLst xmlns:a="http://schemas.openxmlformats.org/drawingml/2006/main">
              <a:ext uri="{FF2B5EF4-FFF2-40B4-BE49-F238E27FC236}">
                <a16:creationId xmlns:a16="http://schemas.microsoft.com/office/drawing/2014/main" id="{213142F2-1AAB-42FC-8377-15B1C125A7A7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wmf" Id="Rd8043deb2fdd40f4" /><Relationship Type="http://schemas.openxmlformats.org/officeDocument/2006/relationships/theme" Target="/ppt/slideMasters/theme/theme2.xml" Id="R87f73de85f764314" /><Relationship Type="http://schemas.openxmlformats.org/officeDocument/2006/relationships/slideLayout" Target="/ppt/slideLayouts/slideLayout1.xml" Id="Rcdcbf14d247b4457" /><Relationship Type="http://schemas.openxmlformats.org/officeDocument/2006/relationships/slideLayout" Target="/ppt/slideLayouts/slideLayout2.xml" Id="Re53f1bc6b92044d8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d772da0e4a28434b" /><Relationship Type="http://schemas.openxmlformats.org/officeDocument/2006/relationships/slideLayout" Target="/ppt/slideLayouts/slideLayout3.xml" Id="R87fda122a45d4413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image" Target="/ppt/media/image.jpeg" Id="Rc3e76cfec8af4515" /><Relationship Type="http://schemas.openxmlformats.org/officeDocument/2006/relationships/image" Target="/ppt/media/image.emf" Id="Rd2d48e6800044376" /><Relationship Type="http://schemas.openxmlformats.org/officeDocument/2006/relationships/theme" Target="/ppt/slideMasters/theme/theme4.xml" Id="Rd91392c6737c48a4" /><Relationship Type="http://schemas.openxmlformats.org/officeDocument/2006/relationships/slideLayout" Target="/ppt/slideLayouts/slideLayout4.xml" Id="R150d7dbb518646d3" /><Relationship Type="http://schemas.openxmlformats.org/officeDocument/2006/relationships/slideLayout" Target="/ppt/slideLayouts/slideLayout5.xml" Id="R0239ea74b55c474a" /></Relationships>
</file>

<file path=ppt/slideMasters/_rels/slideMaster4.xml.rels>&#65279;<?xml version="1.0" encoding="utf-8"?><Relationships xmlns="http://schemas.openxmlformats.org/package/2006/relationships"><Relationship Type="http://schemas.openxmlformats.org/officeDocument/2006/relationships/image" Target="/ppt/media/image.wmf" Id="R82e4feb1db0e4816" /><Relationship Type="http://schemas.openxmlformats.org/officeDocument/2006/relationships/theme" Target="/ppt/slideMasters/theme/theme5.xml" Id="R305e69bbbfa14ba0" /><Relationship Type="http://schemas.openxmlformats.org/officeDocument/2006/relationships/slideLayout" Target="/ppt/slideLayouts/slideLayout6.xml" Id="Rd1452dfe98604e60" /><Relationship Type="http://schemas.openxmlformats.org/officeDocument/2006/relationships/slideLayout" Target="/ppt/slideLayouts/slideLayout7.xml" Id="R71dd905b73ff4625" /></Relationships>
</file>

<file path=ppt/slideMasters/_rels/slideMaster5.xml.rels>&#65279;<?xml version="1.0" encoding="utf-8"?><Relationships xmlns="http://schemas.openxmlformats.org/package/2006/relationships"><Relationship Type="http://schemas.openxmlformats.org/officeDocument/2006/relationships/image" Target="/ppt/media/image.wmf" Id="Rb64e5aa013da4384" /><Relationship Type="http://schemas.openxmlformats.org/officeDocument/2006/relationships/theme" Target="/ppt/slideMasters/theme/theme6.xml" Id="R6afb509e0d4f4a09" /><Relationship Type="http://schemas.openxmlformats.org/officeDocument/2006/relationships/slideLayout" Target="/ppt/slideLayouts/slideLayout8.xml" Id="R6dfff7dba3f5460a" /><Relationship Type="http://schemas.openxmlformats.org/officeDocument/2006/relationships/slideLayout" Target="/ppt/slideLayouts/slideLayout9.xml" Id="R17d2fc9975ad40ce" /><Relationship Type="http://schemas.openxmlformats.org/officeDocument/2006/relationships/slideLayout" Target="/ppt/slideLayouts/slideLayout10.xml" Id="R939734f8e6454734" /><Relationship Type="http://schemas.openxmlformats.org/officeDocument/2006/relationships/slideLayout" Target="/ppt/slideLayouts/slideLayout11.xml" Id="R49bb90d95ba64c27" /><Relationship Type="http://schemas.openxmlformats.org/officeDocument/2006/relationships/slideLayout" Target="/ppt/slideLayouts/slideLayout12.xml" Id="Rd075a8c8625b4481" /><Relationship Type="http://schemas.openxmlformats.org/officeDocument/2006/relationships/slideLayout" Target="/ppt/slideLayouts/slideLayout13.xml" Id="R92b28ca4fdf54a37" /><Relationship Type="http://schemas.openxmlformats.org/officeDocument/2006/relationships/slideLayout" Target="/ppt/slideLayouts/slideLayout14.xml" Id="R9ecb1645487d419b" /><Relationship Type="http://schemas.openxmlformats.org/officeDocument/2006/relationships/slideLayout" Target="/ppt/slideLayouts/slideLayout15.xml" Id="Red33d9fa5be546ad" /><Relationship Type="http://schemas.openxmlformats.org/officeDocument/2006/relationships/slideLayout" Target="/ppt/slideLayouts/slideLayout16.xml" Id="R7897471309a5488e" /><Relationship Type="http://schemas.openxmlformats.org/officeDocument/2006/relationships/slideLayout" Target="/ppt/slideLayouts/slideLayout17.xml" Id="R4e2ca18b688e4e80" /><Relationship Type="http://schemas.openxmlformats.org/officeDocument/2006/relationships/slideLayout" Target="/ppt/slideLayouts/slideLayout18.xml" Id="R308a66b6e5824c7c" /><Relationship Type="http://schemas.openxmlformats.org/officeDocument/2006/relationships/slideLayout" Target="/ppt/slideLayouts/slideLayout19.xml" Id="R9d1b34c8677649d7" /><Relationship Type="http://schemas.openxmlformats.org/officeDocument/2006/relationships/slideLayout" Target="/ppt/slideLayouts/slideLayout20.xml" Id="R7e16060facfe4930" /><Relationship Type="http://schemas.openxmlformats.org/officeDocument/2006/relationships/slideLayout" Target="/ppt/slideLayouts/slideLayout21.xml" Id="R820e3d31c03b45a0" /><Relationship Type="http://schemas.openxmlformats.org/officeDocument/2006/relationships/slideLayout" Target="/ppt/slideLayouts/slideLayout22.xml" Id="Ra36c505c313f4b59" /><Relationship Type="http://schemas.openxmlformats.org/officeDocument/2006/relationships/slideLayout" Target="/ppt/slideLayouts/slideLayout23.xml" Id="R891bb355873642fb" /><Relationship Type="http://schemas.openxmlformats.org/officeDocument/2006/relationships/slideLayout" Target="/ppt/slideLayouts/slideLayout24.xml" Id="R8e12c461724847a0" /><Relationship Type="http://schemas.openxmlformats.org/officeDocument/2006/relationships/slideLayout" Target="/ppt/slideLayouts/slideLayout25.xml" Id="Rf6f6f114efdd4101" /></Relationships>
</file>

<file path=ppt/slideMasters/_rels/slideMaster6.xml.rels>&#65279;<?xml version="1.0" encoding="utf-8"?><Relationships xmlns="http://schemas.openxmlformats.org/package/2006/relationships"><Relationship Type="http://schemas.openxmlformats.org/officeDocument/2006/relationships/image" Target="/ppt/media/image.emf" Id="Rcb1e27caca7445c2" /><Relationship Type="http://schemas.openxmlformats.org/officeDocument/2006/relationships/theme" Target="/ppt/slideMasters/theme/theme7.xml" Id="R0bda83e9b26740fc" /><Relationship Type="http://schemas.openxmlformats.org/officeDocument/2006/relationships/slideLayout" Target="/ppt/slideLayouts/slideLayout26.xml" Id="Rcd63dae349ab4fba" /></Relationships>
</file>

<file path=ppt/slideMasters/_rels/slideMaster7.xml.rels>&#65279;<?xml version="1.0" encoding="utf-8"?><Relationships xmlns="http://schemas.openxmlformats.org/package/2006/relationships"><Relationship Type="http://schemas.openxmlformats.org/officeDocument/2006/relationships/image" Target="/ppt/media/image.emf" Id="R65af7736ccec408a" /><Relationship Type="http://schemas.openxmlformats.org/officeDocument/2006/relationships/theme" Target="/ppt/slideMasters/theme/theme8.xml" Id="R2b63188cf148454e" /><Relationship Type="http://schemas.openxmlformats.org/officeDocument/2006/relationships/slideLayout" Target="/ppt/slideLayouts/slideLayout27.xml" Id="R4d4238a45f0b406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367286D5-526A-49E3-9EE6-B4CEEA84D47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7829538" cy="2885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1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D7317FFE-B60D-483B-95C2-0AD7544D11A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0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pic>
        <p:nvPicPr>
          <p:cNvPr id="12" name="Bild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043deb2fdd40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800" y="324000"/>
            <a:ext cx="604774" cy="318516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cbf14d247b4457"/>
    <p:sldLayoutId xmlns:r="http://schemas.openxmlformats.org/officeDocument/2006/relationships" id="2147483650" r:id="Re53f1bc6b92044d8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2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2" r:id="R87fda122a45d4413"/>
  </p:sldLayoutIdLst>
  <p:txStyles>
    <p:titleStyle>
      <a:lvl1pPr xmlns:a="http://schemas.openxmlformats.org/drawingml/2006/main" algn="l">
        <a:lnSpc>
          <a:spcPct val="90000"/>
        </a:lnSpc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3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feld 22">
            <a:extLst xmlns:a="http://schemas.openxmlformats.org/drawingml/2006/main">
              <a:ext uri="{FF2B5EF4-FFF2-40B4-BE49-F238E27FC236}">
                <a16:creationId xmlns:a16="http://schemas.microsoft.com/office/drawing/2014/main" id="{E3E1F16E-DBAE-44BF-84B7-5BD4601F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3330" y="4922462"/>
            <a:ext cx="1115376" cy="2105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</a:pPr>
            <a:fld id="{C51078C5-4710-4254-8001-F1C0900803FD}" type="slidenum">
              <a:rPr sz="1200">
                <a:latin typeface="+mn-lt"/>
                <a:ea typeface="+mn-lt"/>
                <a:cs typeface="+mn-lt"/>
              </a:rPr>
              <a:t>‹#›</a:t>
            </a:fld>
          </a:p>
        </p:txBody>
      </p:sp>
      <p:pic>
        <p:nvPicPr>
          <p:cNvPr id="24" name="Bild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e76cfec8af4515"/>
          <a:srcRect xmlns:a="http://schemas.openxmlformats.org/drawingml/2006/main" l="398" t="14167" r="0" b="108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pic>
        <p:nvPicPr>
          <p:cNvPr id="25" name="Bild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d48e68000443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800" y="324000"/>
            <a:ext cx="599513" cy="320288"/>
          </a:xfrm>
          <a:prstGeom xmlns:a="http://schemas.openxmlformats.org/drawingml/2006/main" prst="rect">
            <a:avLst/>
          </a:prstGeom>
        </p:spPr>
      </p:pic>
      <p:sp>
        <p:nvSpPr>
          <p:cNvPr id="8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E564BF43-2274-4F41-A5B6-454F515B1DE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0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0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204C7619-3CC7-46B5-BF86-73A2356ECB2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646428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4" r:id="R150d7dbb518646d3"/>
    <p:sldLayoutId xmlns:r="http://schemas.openxmlformats.org/officeDocument/2006/relationships" id="2147483655" r:id="R0239ea74b55c474a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2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4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B6005DB6-967D-477A-840B-724192F203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0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0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1230CDBD-062C-4E59-A7D7-D03390B152B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646428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pic>
        <p:nvPicPr>
          <p:cNvPr id="11" name="Bild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e4feb1db0e48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411" y="324000"/>
            <a:ext cx="604774" cy="318516"/>
          </a:xfrm>
          <a:prstGeom xmlns:a="http://schemas.openxmlformats.org/drawingml/2006/main" prst="rect">
            <a:avLst/>
          </a:prstGeom>
        </p:spPr>
      </p:pic>
      <p:sp>
        <p:nvSpPr>
          <p:cNvPr id="11" name="Textfeld 10">
            <a:extLst xmlns:a="http://schemas.openxmlformats.org/drawingml/2006/main">
              <a:ext uri="{FF2B5EF4-FFF2-40B4-BE49-F238E27FC236}">
                <a16:creationId xmlns:a16="http://schemas.microsoft.com/office/drawing/2014/main" id="{8CCFFF43-9E59-42F7-A836-2184495A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06" y="321468"/>
            <a:ext cx="7160425" cy="34624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tx2"/>
                </a:solidFill>
                <a:latin typeface="+mn-lt"/>
                <a:ea typeface="+mn-lt"/>
                <a:cs typeface="+mn-lt"/>
              </a:rPr>
              <a:t>Chair of High-Power Converter Systems</a:t>
            </a:r>
          </a:p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tx2"/>
                </a:solidFill>
                <a:latin typeface="+mn-lt"/>
                <a:ea typeface="+mn-lt"/>
                <a:cs typeface="+mn-lt"/>
              </a:rPr>
              <a:t>TUM School of Engineering and Design</a:t>
            </a:r>
          </a:p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tx2"/>
                </a:solidFill>
                <a:latin typeface="+mn-lt"/>
                <a:ea typeface="+mn-lt"/>
                <a:cs typeface="+mn-lt"/>
              </a:rPr>
              <a:t>Technical University of Munich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7" r:id="Rd1452dfe98604e60"/>
    <p:sldLayoutId xmlns:r="http://schemas.openxmlformats.org/officeDocument/2006/relationships" id="2147483658" r:id="R71dd905b73ff4625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2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5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Bild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4e5aa013da43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411" y="324000"/>
            <a:ext cx="604774" cy="318516"/>
          </a:xfrm>
          <a:prstGeom xmlns:a="http://schemas.openxmlformats.org/drawingml/2006/main" prst="rect">
            <a:avLst/>
          </a:prstGeom>
        </p:spPr>
      </p:pic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9013060E-39BF-4E44-B58D-05FB2E767A8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74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6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39318D8C-101B-45FE-BE8B-464C7CE7D32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646428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0" r:id="R6dfff7dba3f5460a"/>
    <p:sldLayoutId xmlns:r="http://schemas.openxmlformats.org/officeDocument/2006/relationships" id="2147483661" r:id="R17d2fc9975ad40ce"/>
    <p:sldLayoutId xmlns:r="http://schemas.openxmlformats.org/officeDocument/2006/relationships" id="2147483662" r:id="R939734f8e6454734"/>
    <p:sldLayoutId xmlns:r="http://schemas.openxmlformats.org/officeDocument/2006/relationships" id="2147483663" r:id="R49bb90d95ba64c27"/>
    <p:sldLayoutId xmlns:r="http://schemas.openxmlformats.org/officeDocument/2006/relationships" id="2147483664" r:id="Rd075a8c8625b4481"/>
    <p:sldLayoutId xmlns:r="http://schemas.openxmlformats.org/officeDocument/2006/relationships" id="2147483665" r:id="R92b28ca4fdf54a37"/>
    <p:sldLayoutId xmlns:r="http://schemas.openxmlformats.org/officeDocument/2006/relationships" id="2147483666" r:id="R9ecb1645487d419b"/>
    <p:sldLayoutId xmlns:r="http://schemas.openxmlformats.org/officeDocument/2006/relationships" id="2147483667" r:id="Red33d9fa5be546ad"/>
    <p:sldLayoutId xmlns:r="http://schemas.openxmlformats.org/officeDocument/2006/relationships" id="2147483668" r:id="R7897471309a5488e"/>
    <p:sldLayoutId xmlns:r="http://schemas.openxmlformats.org/officeDocument/2006/relationships" id="2147483669" r:id="R4e2ca18b688e4e80"/>
    <p:sldLayoutId xmlns:r="http://schemas.openxmlformats.org/officeDocument/2006/relationships" id="2147483670" r:id="R308a66b6e5824c7c"/>
    <p:sldLayoutId xmlns:r="http://schemas.openxmlformats.org/officeDocument/2006/relationships" id="2147483671" r:id="R9d1b34c8677649d7"/>
    <p:sldLayoutId xmlns:r="http://schemas.openxmlformats.org/officeDocument/2006/relationships" id="2147483672" r:id="R7e16060facfe4930"/>
    <p:sldLayoutId xmlns:r="http://schemas.openxmlformats.org/officeDocument/2006/relationships" id="2147483673" r:id="R820e3d31c03b45a0"/>
    <p:sldLayoutId xmlns:r="http://schemas.openxmlformats.org/officeDocument/2006/relationships" id="2147483674" r:id="Ra36c505c313f4b59"/>
    <p:sldLayoutId xmlns:r="http://schemas.openxmlformats.org/officeDocument/2006/relationships" id="2147483675" r:id="R891bb355873642fb"/>
    <p:sldLayoutId xmlns:r="http://schemas.openxmlformats.org/officeDocument/2006/relationships" id="2147483676" r:id="R8e12c461724847a0"/>
    <p:sldLayoutId xmlns:r="http://schemas.openxmlformats.org/officeDocument/2006/relationships" id="2147483677" r:id="Rf6f6f114efdd4101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5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6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hteck 5">
            <a:extLst xmlns:a="http://schemas.openxmlformats.org/drawingml/2006/main">
              <a:ext uri="{FF2B5EF4-FFF2-40B4-BE49-F238E27FC236}">
                <a16:creationId xmlns:a16="http://schemas.microsoft.com/office/drawing/2014/main" id="{4CE1A12B-E833-43B4-BEBF-46EB2774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ot="0" spcFirstLastPara="0" vert="horz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</a:pPr>
          </a:p>
        </p:txBody>
      </p:sp>
      <p:pic>
        <p:nvPicPr>
          <p:cNvPr id="7" name="Bild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1e27caca7445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800" y="324000"/>
            <a:ext cx="599513" cy="320288"/>
          </a:xfrm>
          <a:prstGeom xmlns:a="http://schemas.openxmlformats.org/drawingml/2006/main" prst="rect">
            <a:avLst/>
          </a:prstGeom>
        </p:spPr>
      </p:pic>
      <p:sp>
        <p:nvSpPr>
          <p:cNvPr id="7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BAF3BCEF-21AF-408D-AC59-7F40538A2AE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0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8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C2C95388-B151-4D38-A442-EB94B0B2595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646428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9" r:id="Rcd63dae349ab4fba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2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7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chteck 6">
            <a:extLst xmlns:a="http://schemas.openxmlformats.org/drawingml/2006/main">
              <a:ext uri="{FF2B5EF4-FFF2-40B4-BE49-F238E27FC236}">
                <a16:creationId xmlns:a16="http://schemas.microsoft.com/office/drawing/2014/main" id="{01A112F3-6970-4DE7-8FCC-0845727F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ot="0" spcFirstLastPara="0" vert="horz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</a:pPr>
          </a:p>
        </p:txBody>
      </p:sp>
      <p:pic>
        <p:nvPicPr>
          <p:cNvPr id="8" name="Bild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af7736ccec40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800" y="324000"/>
            <a:ext cx="599513" cy="320288"/>
          </a:xfrm>
          <a:prstGeom xmlns:a="http://schemas.openxmlformats.org/drawingml/2006/main" prst="rect">
            <a:avLst/>
          </a:prstGeom>
        </p:spPr>
      </p:pic>
      <p:sp>
        <p:nvSpPr>
          <p:cNvPr id="9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2B76794F-1E5C-4281-8E2D-6EBAE9D58B0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0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0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F85DC7C4-9FFA-47B2-A04F-B704FBBF1D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646428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81" r:id="R4d4238a45f0b406f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2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Titel 1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Title Blank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4.xml><?xml version="1.0" encoding="utf-8"?>
<a:theme xmlns:a="http://schemas.openxmlformats.org/drawingml/2006/main" name="Titel 2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5.xml><?xml version="1.0" encoding="utf-8"?>
<a:theme xmlns:a="http://schemas.openxmlformats.org/drawingml/2006/main" name="Titel 3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6.xml><?xml version="1.0" encoding="utf-8"?>
<a:theme xmlns:a="http://schemas.openxmlformats.org/drawingml/2006/main" name="Inhalt">
  <a:themeElements>
    <a:clrScheme name="TUM">
      <a:dk1>
        <a:sysClr val="windowText" lastClr="000000"/>
      </a:dk1>
      <a:lt1>
        <a:sysClr val="window" lastClr="FFFFFF"/>
      </a:lt1>
      <a:dk2>
        <a:srgbClr val="003359"/>
      </a:dk2>
      <a:lt2>
        <a:srgbClr val="0065BD"/>
      </a:lt2>
      <a:accent1>
        <a:srgbClr val="005293"/>
      </a:accent1>
      <a:accent2>
        <a:srgbClr val="64A0C8"/>
      </a:accent2>
      <a:accent3>
        <a:srgbClr val="98C6EA"/>
      </a:accent3>
      <a:accent4>
        <a:srgbClr val="A2AD00"/>
      </a:accent4>
      <a:accent5>
        <a:srgbClr val="E37222"/>
      </a:accent5>
      <a:accent6>
        <a:srgbClr val="DAD7CB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7.xml><?xml version="1.0" encoding="utf-8"?>
<a:theme xmlns:a="http://schemas.openxmlformats.org/drawingml/2006/main" name="Kapiteltrenner blau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8.xml><?xml version="1.0" encoding="utf-8"?>
<a:theme xmlns:a="http://schemas.openxmlformats.org/drawingml/2006/main" name="Kapiteltrenner schwarz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1af25e8ec7439e" /><Relationship Type="http://schemas.openxmlformats.org/officeDocument/2006/relationships/image" Target="/ppt/media/image2.jpeg" Id="Ra8e1ed3ce6f24162" /><Relationship Type="http://schemas.openxmlformats.org/officeDocument/2006/relationships/notesSlide" Target="/ppt/notesSlides/notesSlide1.xml" Id="R297f265008254b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bacdf6f3454596" /><Relationship Type="http://schemas.openxmlformats.org/officeDocument/2006/relationships/notesSlide" Target="/ppt/notesSlides/notesSlide2.xml" Id="Rcf387e6b5eec48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6429820840a142d8" /><Relationship Type="http://schemas.openxmlformats.org/officeDocument/2006/relationships/notesSlide" Target="/ppt/notesSlides/notesSlide3.xml" Id="Ra02fca62eac040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f4b84f03edfb4f57" /><Relationship Type="http://schemas.openxmlformats.org/officeDocument/2006/relationships/notesSlide" Target="/ppt/notesSlides/notesSlide4.xml" Id="R653ed804933a481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19c27b98c847b8" /><Relationship Type="http://schemas.openxmlformats.org/officeDocument/2006/relationships/notesSlide" Target="/ppt/notesSlides/notesSlide5.xml" Id="R1a8639d1dc4842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8235ba12c014873" /><Relationship Type="http://schemas.openxmlformats.org/officeDocument/2006/relationships/notesSlide" Target="/ppt/notesSlides/notesSlide6.xml" Id="R7c7f86af9af0418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068dcbf945854636" /><Relationship Type="http://schemas.openxmlformats.org/officeDocument/2006/relationships/notesSlide" Target="/ppt/notesSlides/notesSlide7.xml" Id="Raddeca454328480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069979c0e844721" /><Relationship Type="http://schemas.openxmlformats.org/officeDocument/2006/relationships/chart" Target="/ppt/slides/charts/chart1.xml" Id="Rc63073dc0ac84d8e" /><Relationship Type="http://schemas.openxmlformats.org/officeDocument/2006/relationships/notesSlide" Target="/ppt/notesSlides/notesSlide8.xml" Id="R2a56e96b379d4d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7cc6b1a3e14cb3" /><Relationship Type="http://schemas.openxmlformats.org/officeDocument/2006/relationships/notesSlide" Target="/ppt/notesSlides/notesSlide9.xml" Id="Raffed4e97bd14f6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d66ed60f622b48db" /><Relationship Type="http://schemas.openxmlformats.org/officeDocument/2006/relationships/notesSlide" Target="/ppt/notesSlides/notesSlide10.xml" Id="R98bb1fa191144d0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5da5de6d7dbc4a09" /><Relationship Type="http://schemas.openxmlformats.org/officeDocument/2006/relationships/notesSlide" Target="/ppt/notesSlides/notesSlide11.xml" Id="Rbfcdb03d632c4f4d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CQL</c:v>
          </c:tx>
          <c:spPr>
            <a:solidFill xmlns:a="http://schemas.openxmlformats.org/drawingml/2006/main">
              <a:srgbClr val="005293"/>
            </a:solidFill>
          </c:spPr>
          <c:dLbls/>
          <c:cat>
            <c:strLit>
              <c:ptCount val="3"/>
              <c:pt idx="0">
                <c:v>h=.03</c:v>
              </c:pt>
              <c:pt idx="1">
                <c:v>h=.05</c:v>
              </c:pt>
              <c:pt idx="2">
                <c:v>h=.10</c:v>
              </c:pt>
            </c:strLit>
          </c:cat>
          <c:val>
            <c:numLit>
              <c:formatCode>0</c:formatCode>
              <c:ptCount val="3"/>
              <c:pt idx="0">
                <c:v>22.54</c:v>
              </c:pt>
              <c:pt idx="1">
                <c:v>36.19</c:v>
              </c:pt>
              <c:pt idx="2">
                <c:v>60.18</c:v>
              </c:pt>
            </c:numLit>
          </c:val>
        </c:ser>
        <c:ser>
          <c:idx val="1"/>
          <c:order val="1"/>
          <c:tx>
            <c:v>Fixed</c:v>
          </c:tx>
          <c:spPr>
            <a:solidFill xmlns:a="http://schemas.openxmlformats.org/drawingml/2006/main">
              <a:srgbClr val="64A0C8"/>
            </a:solidFill>
          </c:spPr>
          <c:dLbls/>
          <c:cat>
            <c:strLit>
              <c:ptCount val="3"/>
              <c:pt idx="0">
                <c:v>h=.03</c:v>
              </c:pt>
              <c:pt idx="1">
                <c:v>h=.05</c:v>
              </c:pt>
              <c:pt idx="2">
                <c:v>h=.10</c:v>
              </c:pt>
            </c:strLit>
          </c:cat>
          <c:val>
            <c:numLit>
              <c:formatCode>0</c:formatCode>
              <c:ptCount val="3"/>
              <c:pt idx="0">
                <c:v>21.62</c:v>
              </c:pt>
              <c:pt idx="1">
                <c:v>36.21</c:v>
              </c:pt>
              <c:pt idx="2">
                <c:v>68.72</c:v>
              </c:pt>
            </c:numLit>
          </c:val>
        </c:ser>
        <c:ser>
          <c:idx val="2"/>
          <c:order val="2"/>
          <c:tx>
            <c:v>Greedy</c:v>
          </c:tx>
          <c:spPr>
            <a:solidFill xmlns:a="http://schemas.openxmlformats.org/drawingml/2006/main">
              <a:srgbClr val="DAD7CB"/>
            </a:solidFill>
          </c:spPr>
          <c:dLbls/>
          <c:cat>
            <c:strLit>
              <c:ptCount val="3"/>
              <c:pt idx="0">
                <c:v>h=.03</c:v>
              </c:pt>
              <c:pt idx="1">
                <c:v>h=.05</c:v>
              </c:pt>
              <c:pt idx="2">
                <c:v>h=.10</c:v>
              </c:pt>
            </c:strLit>
          </c:cat>
          <c:val>
            <c:numLit>
              <c:formatCode>0</c:formatCode>
              <c:ptCount val="3"/>
              <c:pt idx="0">
                <c:v>0.44</c:v>
              </c:pt>
              <c:pt idx="1">
                <c:v>0.83</c:v>
              </c:pt>
              <c:pt idx="2">
                <c:v>1.87</c:v>
              </c:pt>
            </c:numLit>
          </c:val>
        </c:ser>
        <c:dLbls>
          <c:showVal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000000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7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6F2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600">
                    <a:solidFill>
                      <a:srgbClr val="000000"/>
                    </a:solidFill>
                  </a:rPr>
                  <a:t>ESS share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00">
                  <a:solidFill>
                    <a:srgbClr val="000000"/>
                  </a:solidFill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25">
                <a:solidFill>
                  <a:srgbClr val="000000"/>
                </a:solidFill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600">
              <a:solidFill>
                <a:srgbClr val="000000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e1ed3ce6f241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5215" y="1476375"/>
            <a:ext cx="3819542" cy="3333750"/>
          </a:xfrm>
          <a:prstGeom xmlns:a="http://schemas.openxmlformats.org/drawingml/2006/main" prst="rect">
            <a:avLst/>
          </a:prstGeom>
        </p:spPr>
      </p:pic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D8032C7D-B010-4C74-96C0-8E8D4A69D4F4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319088" y="1484040"/>
            <a:ext cx="8508999" cy="17163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Offline and simulated online RL for eBay Best Offer anchoring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Why / How / What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Support-aware decision support for buyer opening offers</a:t>
            </a:r>
          </a:p>
          <a:p xmlns:a="http://schemas.openxmlformats.org/drawingml/2006/main">
            <a:r>
              <a:t>soluthan | Final project presentation | July 2026</a:t>
            </a:r>
          </a:p>
        </p:txBody>
      </p:sp>
    </p:spTree>
    <p:extLst>
      <p:ext uri="{BB962C8B-B14F-4D97-AF65-F5344CB8AC3E}">
        <p14:creationId xmlns:p14="http://schemas.microsoft.com/office/powerpoint/2010/main" val="31270408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9B360291-1646-43F1-83B2-63EB06490FA6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</a:t>
            </a:r>
          </a:p>
          <a:p xmlns:a="http://schemas.openxmlformats.org/drawingml/2006/main">
            <a:r>
              <a:t>Why opening anchors need support-aware modeling</a:t>
            </a:r>
          </a:p>
        </p:txBody>
      </p:sp>
    </p:spTree>
    <p:extLst>
      <p:ext uri="{BB962C8B-B14F-4D97-AF65-F5344CB8AC3E}">
        <p14:creationId xmlns:p14="http://schemas.microsoft.com/office/powerpoint/2010/main" val="20210146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76DA83A1-33C7-42C4-8F9C-3BD42E18E15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Best Offer creates a concrete trade-off.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Lower anchors increase savings only if the offer is accepted.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Expected savings can be written as:</a:t>
            </a:r>
          </a:p>
          <a:p xmlns:a="http://schemas.openxmlformats.org/drawingml/2006/main">
            <a:r>
              <a:t>P(accept | state, anchor) x (1 - anchor)</a:t>
            </a:r>
          </a:p>
          <a:p xmlns:a="http://schemas.openxmlformats.org/drawingml/2006/main">
            <a:pPr>
              <a:buNone/>
            </a:pPr>
            <a:r>
              <a:t/>
            </a:r>
          </a:p>
          <a:p xmlns:a="http://schemas.openxmlformats.org/drawingml/2006/main">
            <a:pPr>
              <a:buNone/>
            </a:pPr>
            <a:r>
              <a:t>The project treats the recommendation as buyer decision support, not as proof of seller manipulation.</a:t>
            </a:r>
          </a:p>
        </p:txBody>
      </p:sp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C44891E6-FD77-4ED2-B33D-9D52420B512C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BADEEDC-EEE1-8597-0639-A35D9BA153EC}" type="slidenum">
              <a:t>03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3735118-2018-403D-97C0-573C8DD06D6A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Why / How / What</a:t>
            </a:r>
          </a:p>
        </p:txBody>
      </p:sp>
      <p:sp>
        <p:nvSpPr>
          <p:cNvPr id="5" name="Title 4">
            <a:extLst xmlns:a="http://schemas.openxmlformats.org/drawingml/2006/main">
              <a:ext uri="{FF2B5EF4-FFF2-40B4-BE49-F238E27FC236}">
                <a16:creationId xmlns:a16="http://schemas.microsoft.com/office/drawing/2014/main" id="{5E5BBDBF-7D0D-4939-977B-4D07FC6EF4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Why: the lowest offer is not automatically the best decision</a:t>
            </a:r>
          </a:p>
        </p:txBody>
      </p:sp>
    </p:spTree>
    <p:extLst>
      <p:ext uri="{BB962C8B-B14F-4D97-AF65-F5344CB8AC3E}">
        <p14:creationId xmlns:p14="http://schemas.microsoft.com/office/powerpoint/2010/main" val="39348071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B17CCC31-C182-4362-A806-ED097C67863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data are observational.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Buyers chose their own anchors; logged behavior is not randomized.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greedy supervised optimizer may choose anchors rarely seen in the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makes support diagnostics as important as reward estimates.</a:t>
            </a:r>
          </a:p>
        </p:txBody>
      </p:sp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623CA3EA-E7D2-4B95-8A60-B0208474879F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9970F6C-59B2-055B-5132-2DC31A7003A7}" type="slidenum">
              <a:t>04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834F68-4BE3-4CFA-9D7D-122B49444E8B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Why / How / What</a:t>
            </a:r>
          </a:p>
        </p:txBody>
      </p:sp>
      <p:sp>
        <p:nvSpPr>
          <p:cNvPr id="5" name="Title 4">
            <a:extLst xmlns:a="http://schemas.openxmlformats.org/drawingml/2006/main">
              <a:ext uri="{FF2B5EF4-FFF2-40B4-BE49-F238E27FC236}">
                <a16:creationId xmlns:a16="http://schemas.microsoft.com/office/drawing/2014/main" id="{5303C1D3-845E-4838-B723-09F7B0338D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Why: supervised maximization can leave the data</a:t>
            </a:r>
          </a:p>
        </p:txBody>
      </p:sp>
    </p:spTree>
    <p:extLst>
      <p:ext uri="{BB962C8B-B14F-4D97-AF65-F5344CB8AC3E}">
        <p14:creationId xmlns:p14="http://schemas.microsoft.com/office/powerpoint/2010/main" val="389548404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9B360291-1646-43F1-83B2-63EB06490FA6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</a:t>
            </a:r>
          </a:p>
          <a:p xmlns:a="http://schemas.openxmlformats.org/drawingml/2006/main">
            <a:r>
              <a:t>How the report turns negotiation into a support-aware decision problem</a:t>
            </a:r>
          </a:p>
        </p:txBody>
      </p:sp>
    </p:spTree>
    <p:extLst>
      <p:ext uri="{BB962C8B-B14F-4D97-AF65-F5344CB8AC3E}">
        <p14:creationId xmlns:p14="http://schemas.microsoft.com/office/powerpoint/2010/main" val="2021014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38F05BFB-8908-46EB-84F3-3B1D5835FAE4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</a:t>
            </a:r>
          </a:p>
          <a:p xmlns:a="http://schemas.openxmlformats.org/drawingml/2006/main">
            <a:r>
              <a:t>listing and seller features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Action</a:t>
            </a:r>
          </a:p>
          <a:p xmlns:a="http://schemas.openxmlformats.org/drawingml/2006/main">
            <a:r>
              <a:t>opening offer ratio = offer / list price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Reward</a:t>
            </a:r>
          </a:p>
          <a:p xmlns:a="http://schemas.openxmlformats.org/drawingml/2006/main">
            <a:r>
              <a:t>1 - anchor if accepted, otherwise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Key correction</a:t>
            </a:r>
          </a:p>
          <a:p xmlns:a="http://schemas.openxmlformats.org/drawingml/2006/main">
            <a:r>
              <a:t>no separate price regressor is needed because accepted-offer savings are mechanical in the anchor ratio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00B1BF6-1E0F-4AD0-89BA-806F600E6D7D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9BFB0FA-5DC7-50DB-D53A-0B6D0E34987E}" type="slidenum">
              <a:t>06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AEE372-D5A0-447D-9407-E3C69944FFDA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Why / How / What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0514C42E-BA49-4954-A66B-22C9793B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How: one-step MDP / contextual bandit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85EDA0-5DE3-4AB6-A960-8130A20C1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28750"/>
            <a:ext cx="11239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9525">
            <a:solidFill>
              <a:srgbClr val="D6E5F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8E9282-90DF-4CEF-87A6-DCFE0970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524000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5293"/>
                </a:solidFill>
              </a:defRPr>
            </a:pPr>
            <a:r>
              <a:rPr sz="1500" b="1">
                <a:solidFill>
                  <a:srgbClr val="005293"/>
                </a:solidFill>
              </a:rPr>
              <a:t>7.67M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E6AB7C-1FA2-4AD3-A3C0-2D938E6E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790700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000000"/>
                </a:solidFill>
              </a:defRPr>
            </a:pPr>
            <a:r>
              <a:rPr sz="788" b="0">
                <a:solidFill>
                  <a:srgbClr val="000000"/>
                </a:solidFill>
              </a:rPr>
              <a:t>train rows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E6BD0C-2F28-49B6-9990-391E5211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28750"/>
            <a:ext cx="11239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9525">
            <a:solidFill>
              <a:srgbClr val="D6E5F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AA2806-F397-4735-A6EE-170E32A2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24000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5293"/>
                </a:solidFill>
              </a:defRPr>
            </a:pPr>
            <a:r>
              <a:rPr sz="1500" b="1">
                <a:solidFill>
                  <a:srgbClr val="005293"/>
                </a:solidFill>
              </a:rPr>
              <a:t>0.701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1D1B8A-C7C4-4F18-85D6-056132BC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90700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000000"/>
                </a:solidFill>
              </a:defRPr>
            </a:pPr>
            <a:r>
              <a:rPr sz="788" b="0">
                <a:solidFill>
                  <a:srgbClr val="000000"/>
                </a:solidFill>
              </a:rPr>
              <a:t>test AUC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BFFCF4-7D48-409F-8942-E7903519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428750"/>
            <a:ext cx="11239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9525">
            <a:solidFill>
              <a:srgbClr val="D6E5F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ADCC09-5444-4F0F-83C7-DFCE971F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524000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5293"/>
                </a:solidFill>
              </a:defRPr>
            </a:pPr>
            <a:r>
              <a:rPr sz="1500" b="1">
                <a:solidFill>
                  <a:srgbClr val="005293"/>
                </a:solidFill>
              </a:rPr>
              <a:t>0.311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4129D1-411B-4F15-9775-0BED763D8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90700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000000"/>
                </a:solidFill>
              </a:defRPr>
            </a:pPr>
            <a:r>
              <a:rPr sz="788" b="0">
                <a:solidFill>
                  <a:srgbClr val="000000"/>
                </a:solidFill>
              </a:rPr>
              <a:t>support p5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576094-0DBA-4508-8322-41CD48DB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76500"/>
            <a:ext cx="3381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The formulation is intentionally simple: first-offer support is evaluated before claiming policy quality.</a:t>
            </a:r>
          </a:p>
        </p:txBody>
      </p:sp>
    </p:spTree>
    <p:extLst>
      <p:ext uri="{BB962C8B-B14F-4D97-AF65-F5344CB8AC3E}">
        <p14:creationId xmlns:p14="http://schemas.microsoft.com/office/powerpoint/2010/main" val="326510756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38F05BFB-8908-46EB-84F3-3B1D5835FAE4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Phase 1</a:t>
            </a:r>
          </a:p>
          <a:p xmlns:a="http://schemas.openxmlformats.org/drawingml/2006/main">
            <a:r>
              <a:t>supervised acceptance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Phase 2</a:t>
            </a:r>
          </a:p>
          <a:p xmlns:a="http://schemas.openxmlformats.org/drawingml/2006/main">
            <a:r>
              <a:t>CQL offline RL, conservative under distribution shift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Phase 3</a:t>
            </a:r>
          </a:p>
          <a:p xmlns:a="http://schemas.openxmlformats.org/drawingml/2006/main">
            <a:r>
              <a:t>PPO in a learned faithful simulator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Evaluation</a:t>
            </a:r>
          </a:p>
          <a:p xmlns:a="http://schemas.openxmlformats.org/drawingml/2006/main">
            <a:r>
              <a:t>report evidence type beside every number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00B1BF6-1E0F-4AD0-89BA-806F600E6D7D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C5B3A8-B30B-D205-8921-516C108AB9AB}" type="slidenum">
              <a:t>07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AEE372-D5A0-447D-9407-E3C69944FFDA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Why / How / What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0514C42E-BA49-4954-A66B-22C9793B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How: three model layers are compared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58300D-AD43-46E5-83B0-435D00D9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35255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93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60DF0B-72BB-4152-9C53-CAAB2920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409700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</a:defRPr>
            </a:pPr>
            <a:r>
              <a:rPr sz="788" b="1">
                <a:solidFill>
                  <a:srgbClr val="FFFFFF"/>
                </a:solidFill>
              </a:rPr>
              <a:t>Policy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0674C3-A7F6-4BAD-A449-BF132B61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352550"/>
            <a:ext cx="714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9BEB69-FC12-4CD1-A8BD-CDC0F011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40970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</a:defRPr>
            </a:pPr>
            <a:r>
              <a:rPr sz="788" b="1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42DC32-3734-4284-A9E1-DB4A6CCC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52550"/>
            <a:ext cx="714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A2F3F8-DDD5-4816-97D8-8B645D97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40970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</a:defRPr>
            </a:pPr>
            <a:r>
              <a:rPr sz="788" b="1">
                <a:solidFill>
                  <a:srgbClr val="FFFFFF"/>
                </a:solidFill>
              </a:rPr>
              <a:t>Savings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3F99C5-7F2A-45F7-9205-83A1367E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352550"/>
            <a:ext cx="714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AD6342-7AF7-4B8D-90C6-00721F77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409700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</a:defRPr>
            </a:pPr>
            <a:r>
              <a:rPr sz="788" b="1">
                <a:solidFill>
                  <a:srgbClr val="FFFFFF"/>
                </a:solidFill>
              </a:rPr>
              <a:t>Support read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E0B5B2-61C3-4079-9BA0-E59E6C72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1925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BDF618-B7D9-4D8A-886C-D7A90998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685925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Behavior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3ED001-5537-4B29-B2DB-6F698046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61925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935473-847E-404B-A302-BA3B50D8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68592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observed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CB9E12-86E4-4D67-B840-1D21C9D7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1189F9-E716-4D8F-8781-E8ADC7E9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859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0.050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69D6AE-C48B-484A-9DA5-CC70CE96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1925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574023-3D18-404B-B353-F30841C3D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85925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logged baseline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A39309-4948-45B3-8D1C-01541455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0500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DFDAAE-66BA-494B-90D8-2C0A6018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971675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Greedy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0F5690-32B2-4E73-BCFC-65F14EEA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90500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BF3D16-C258-4489-8EFC-07D4EC39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9716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model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3940C0-92F5-4544-97A8-D4CF8590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0500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C358B3-E423-41E8-B4A5-651CE4A5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9716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0.027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9E5744-D33F-4804-ABCC-C4452FCA3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0500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B1A701-D8B8-419D-8EFC-2502D18D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971675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weak support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0598EB-DA64-4D17-8B8E-2D9CF466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9075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C39E4B-F241-476C-A137-CAAFAA6B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257425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CQL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DCF9E5-1D91-4240-992F-EF242BD4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19075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B8C4CD-124B-423A-B8F2-83E8E5D2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25742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model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151CB7-6D3D-465A-B902-D1424DE4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9075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A10FA40-83E1-4D27-B92A-188734C4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574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0.020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149701-1C50-40FD-82D9-0F5B8B60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9075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C2653C1-6A44-48BA-8DC9-49F72165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57425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healthy ESS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A9061F-0A0E-4EB7-9ED5-53C6C113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7650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4B225E-E3BF-442D-AB7B-6F15B140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543175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PPO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D3DFE5-CE4D-4E82-840C-A330410D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47650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AB7C7C-FAD6-4C96-B6BA-2C07131D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5431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simulator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191188E-E87B-4CE5-B801-4167A8DB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7650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8E479F3-EAA2-45F4-A2E4-CDB7D5ED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431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0.184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33AF275-DA17-4D84-B336-070432A9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476500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3F5FB2-1CDD-42B6-8596-3338CBC1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43175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simulator only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2E190EC-ACF1-417F-80F8-B308A258A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81375"/>
            <a:ext cx="3524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Read this as evidence triage, not a leaderboard. PPO is simulator-only; CQL is lower reward but more evaluable.</a:t>
            </a:r>
          </a:p>
        </p:txBody>
      </p:sp>
    </p:spTree>
    <p:extLst>
      <p:ext uri="{BB962C8B-B14F-4D97-AF65-F5344CB8AC3E}">
        <p14:creationId xmlns:p14="http://schemas.microsoft.com/office/powerpoint/2010/main" val="326510756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38F05BFB-8908-46EB-84F3-3B1D5835FAE4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 is diagnostic because true logging propensities are unavailable.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useful question is whether target actions have enough logged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ESS makes unsupported extrapolation visible.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00B1BF6-1E0F-4AD0-89BA-806F600E6D7D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2E54B70-3376-18BE-56BD-5BB8BA701776}" type="slidenum">
              <a:t>08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AEE372-D5A0-447D-9407-E3C69944FFDA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Why / How / What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0514C42E-BA49-4954-A66B-22C9793B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How: OPE tests whether a policy is evaluable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4810125" y="1257300"/>
          <a:ext xmlns:a="http://schemas.openxmlformats.org/drawingml/2006/main" cx="352425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3073dc0ac84d8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E2744-2123-4663-8934-1DC8DFE9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771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5293"/>
                </a:solidFill>
              </a:defRPr>
            </a:pPr>
            <a:r>
              <a:rPr sz="1050" b="1">
                <a:solidFill>
                  <a:srgbClr val="005293"/>
                </a:solidFill>
              </a:rPr>
              <a:t>At h = 0.05, CQL retains 36.2% effective support; greedy retains 0.8%.</a:t>
            </a:r>
          </a:p>
        </p:txBody>
      </p:sp>
    </p:spTree>
    <p:extLst>
      <p:ext uri="{BB962C8B-B14F-4D97-AF65-F5344CB8AC3E}">
        <p14:creationId xmlns:p14="http://schemas.microsoft.com/office/powerpoint/2010/main" val="326510756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9B360291-1646-43F1-83B2-63EB06490FA6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WHAT</a:t>
            </a:r>
          </a:p>
          <a:p xmlns:a="http://schemas.openxmlformats.org/drawingml/2006/main">
            <a:r>
              <a:t>What the results mean and what remains uncertain</a:t>
            </a:r>
          </a:p>
        </p:txBody>
      </p:sp>
    </p:spTree>
    <p:extLst>
      <p:ext uri="{BB962C8B-B14F-4D97-AF65-F5344CB8AC3E}">
        <p14:creationId xmlns:p14="http://schemas.microsoft.com/office/powerpoint/2010/main" val="20210146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76DA83A1-33C7-42C4-8F9C-3BD42E18E15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Supported claim</a:t>
            </a:r>
          </a:p>
          <a:p xmlns:a="http://schemas.openxmlformats.org/drawingml/2006/main">
            <a:r>
              <a:t>CQL changes the recommendation profile and remains much more evaluable than greedy optimization.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Careful claim</a:t>
            </a:r>
          </a:p>
          <a:p xmlns:a="http://schemas.openxmlformats.org/drawingml/2006/main">
            <a:r>
              <a:t>PPO obtains high simulator rewards, but those are learned-environment stress-test results.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</a:pPr>
            <a:r>
              <a:t>Avoid claiming</a:t>
            </a:r>
          </a:p>
          <a:p xmlns:a="http://schemas.openxmlformats.org/drawingml/2006/main">
            <a:pPr>
              <a:buNone/>
            </a:pPr>
            <a:r>
              <a:t>RL has proven live marketplace lift.</a:t>
            </a:r>
          </a:p>
          <a:p xmlns:a="http://schemas.openxmlformats.org/drawingml/2006/main">
            <a:pPr>
              <a:buNone/>
            </a:pPr>
            <a:r>
              <a:t/>
            </a:r>
          </a:p>
          <a:p xmlns:a="http://schemas.openxmlformats.org/drawingml/2006/main">
            <a:r>
              <a:t>Future work</a:t>
            </a:r>
          </a:p>
          <a:p xmlns:a="http://schemas.openxmlformats.org/drawingml/2006/main">
            <a:r>
              <a:t>sequential negotiation, richer item features, temporal and leaf-holdout robustness tables</a:t>
            </a:r>
          </a:p>
        </p:txBody>
      </p:sp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C44891E6-FD77-4ED2-B33D-9D52420B512C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3735118-2018-403D-97C0-573C8DD06D6A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Why / How / What</a:t>
            </a:r>
          </a:p>
        </p:txBody>
      </p:sp>
      <p:sp>
        <p:nvSpPr>
          <p:cNvPr id="5" name="Title 4">
            <a:extLst xmlns:a="http://schemas.openxmlformats.org/drawingml/2006/main">
              <a:ext uri="{FF2B5EF4-FFF2-40B4-BE49-F238E27FC236}">
                <a16:creationId xmlns:a16="http://schemas.microsoft.com/office/drawing/2014/main" id="{5E5BBDBF-7D0D-4939-977B-4D07FC6EF4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What: the strongest claim is diagnostic</a:t>
            </a:r>
          </a:p>
        </p:txBody>
      </p:sp>
    </p:spTree>
    <p:extLst>
      <p:ext uri="{BB962C8B-B14F-4D97-AF65-F5344CB8AC3E}">
        <p14:creationId xmlns:p14="http://schemas.microsoft.com/office/powerpoint/2010/main" val="393480710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E6F57E75-77ED-F878-48AE-05A29C686D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project does not show that RL beats historical buyers in production.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It shows why that claim would be unsafe without support diagnostics.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CQL makes the extrapolation problem measurable; PPO shows what the learned simulator incentivizes; the next model should handle multi-turn counteroffers with explicit uncertainty.</a:t>
            </a:r>
          </a:p>
        </p:txBody>
      </p:sp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BDDE685E-FB47-68F2-8D0F-75B31344B105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D62A944-DD20-AABC-1EC2-6316001E6196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Why / How / What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5341D5F-23BE-1BD4-FAE5-0C571C07CA68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Support-aware decision support is the contribution.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FE563C00-8944-820A-C706-7F0696D2FF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Takeaway</a:t>
            </a:r>
          </a:p>
        </p:txBody>
      </p:sp>
    </p:spTree>
    <p:extLst>
      <p:ext uri="{BB962C8B-B14F-4D97-AF65-F5344CB8AC3E}">
        <p14:creationId xmlns:p14="http://schemas.microsoft.com/office/powerpoint/2010/main" val="919250277"/>
      </p:ext>
    </p:extLst>
  </p:cSld>
</p:sld>
</file>

<file path=ppt/theme/theme1.xml><?xml version="1.0" encoding="utf-8"?>
<a:theme xmlns:a="http://schemas.openxmlformats.org/drawingml/2006/main" name="Titel 1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2026-07-02T20:24:42.5120000Z</dcterms:created>
  <dcterms:modified xsi:type="dcterms:W3CDTF">2026-07-02T20:24:42.5120000Z</dcterms:modified>
</coreProperties>
</file>
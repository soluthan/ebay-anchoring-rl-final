
<file path=[Content_Types].xml><?xml version="1.0" encoding="utf-8"?>
<Types xmlns="http://schemas.openxmlformats.org/package/2006/content-types">
  <Default Extension="xml" ContentType="application/vnd.openxmlformats-package.core-properties+xml"/>
  <Default Extension="wmf" ContentType="image/x-wmf"/>
  <Default Extension="jpeg" ContentType="image/jpeg"/>
  <Default Extension="emf" ContentType="image/x-em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theme6.xml" ContentType="application/vnd.openxmlformats-officedocument.theme+xml"/>
  <Override PartName="/ppt/slideMasters/slideMaster6.xml" ContentType="application/vnd.openxmlformats-officedocument.presentationml.slideMaster+xml"/>
  <Override PartName="/ppt/slideMasters/theme/theme7.xml" ContentType="application/vnd.openxmlformats-officedocument.theme+xml"/>
  <Override PartName="/ppt/slideMasters/slideMaster7.xml" ContentType="application/vnd.openxmlformats-officedocument.presentationml.slideMaster+xml"/>
  <Override PartName="/ppt/slideMasters/theme/theme8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9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0649d4caa44c6f" /><Relationship Type="http://schemas.openxmlformats.org/officeDocument/2006/relationships/extended-properties" Target="/docProps/app.xml" Id="R63408a1d0be548f9" /><Relationship Type="http://schemas.openxmlformats.org/officeDocument/2006/relationships/officeDocument" Target="/ppt/presentation.xml" Id="Re5f4a05f1dcb49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efdad330a748d6"/>
    <p:sldMasterId xmlns:r="http://schemas.openxmlformats.org/officeDocument/2006/relationships" id="2147483651" r:id="Rfd8afe45cfc6451b"/>
    <p:sldMasterId xmlns:r="http://schemas.openxmlformats.org/officeDocument/2006/relationships" id="2147483653" r:id="Rcddcdf10c9ec434c"/>
    <p:sldMasterId xmlns:r="http://schemas.openxmlformats.org/officeDocument/2006/relationships" id="2147483656" r:id="R587b71eba5c6428f"/>
    <p:sldMasterId xmlns:r="http://schemas.openxmlformats.org/officeDocument/2006/relationships" id="2147483659" r:id="R90ed40131d7c4418"/>
    <p:sldMasterId xmlns:r="http://schemas.openxmlformats.org/officeDocument/2006/relationships" id="2147483678" r:id="R849b9fc974034a24"/>
    <p:sldMasterId xmlns:r="http://schemas.openxmlformats.org/officeDocument/2006/relationships" id="2147483680" r:id="Rfd01af23512d4abb"/>
  </p:sldMasterIdLst>
  <p:notesMasterIdLst>
    <p:notesMasterId xmlns:r="http://schemas.openxmlformats.org/officeDocument/2006/relationships" r:id="R9578b32faa364784"/>
  </p:notesMasterIdLst>
  <p:sldIdLst>
    <p:sldId xmlns:r="http://schemas.openxmlformats.org/officeDocument/2006/relationships" id="256" r:id="Rec2edb18c5084a41"/>
    <p:sldId xmlns:r="http://schemas.openxmlformats.org/officeDocument/2006/relationships" id="257" r:id="Rf5959b7fc81f4b8f"/>
    <p:sldId xmlns:r="http://schemas.openxmlformats.org/officeDocument/2006/relationships" id="258" r:id="R6129ba2fdf9741f9"/>
    <p:sldId xmlns:r="http://schemas.openxmlformats.org/officeDocument/2006/relationships" id="259" r:id="Re6fa1360680e4a64"/>
    <p:sldId xmlns:r="http://schemas.openxmlformats.org/officeDocument/2006/relationships" id="260" r:id="Rb2037f19f99740ad"/>
    <p:sldId xmlns:r="http://schemas.openxmlformats.org/officeDocument/2006/relationships" id="261" r:id="Re2f4338eb3ff43b5"/>
    <p:sldId xmlns:r="http://schemas.openxmlformats.org/officeDocument/2006/relationships" id="262" r:id="Rc0c000101ed045bc"/>
    <p:sldId xmlns:r="http://schemas.openxmlformats.org/officeDocument/2006/relationships" id="263" r:id="Rd80567da6fc849bd"/>
    <p:sldId xmlns:r="http://schemas.openxmlformats.org/officeDocument/2006/relationships" id="264" r:id="Rb6b8d639147747c2"/>
    <p:sldId xmlns:r="http://schemas.openxmlformats.org/officeDocument/2006/relationships" id="265" r:id="R15e781b0c6e7488c"/>
    <p:sldId xmlns:r="http://schemas.openxmlformats.org/officeDocument/2006/relationships" id="266" r:id="R0c11f72d339b44b7"/>
    <p:sldId xmlns:r="http://schemas.openxmlformats.org/officeDocument/2006/relationships" id="267" r:id="R3f48ff8a48d04b71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e52b0311ce44c4" /><Relationship Type="http://schemas.openxmlformats.org/officeDocument/2006/relationships/slideMaster" Target="/ppt/slideMasters/slideMaster1.xml" Id="R36efdad330a748d6" /><Relationship Type="http://schemas.openxmlformats.org/officeDocument/2006/relationships/slideMaster" Target="/ppt/slideMasters/slideMaster2.xml" Id="Rfd8afe45cfc6451b" /><Relationship Type="http://schemas.openxmlformats.org/officeDocument/2006/relationships/slideMaster" Target="/ppt/slideMasters/slideMaster3.xml" Id="Rcddcdf10c9ec434c" /><Relationship Type="http://schemas.openxmlformats.org/officeDocument/2006/relationships/slideMaster" Target="/ppt/slideMasters/slideMaster4.xml" Id="R587b71eba5c6428f" /><Relationship Type="http://schemas.openxmlformats.org/officeDocument/2006/relationships/slideMaster" Target="/ppt/slideMasters/slideMaster5.xml" Id="R90ed40131d7c4418" /><Relationship Type="http://schemas.openxmlformats.org/officeDocument/2006/relationships/slideMaster" Target="/ppt/slideMasters/slideMaster6.xml" Id="R849b9fc974034a24" /><Relationship Type="http://schemas.openxmlformats.org/officeDocument/2006/relationships/slideMaster" Target="/ppt/slideMasters/slideMaster7.xml" Id="Rfd01af23512d4abb" /><Relationship Type="http://schemas.openxmlformats.org/officeDocument/2006/relationships/notesMaster" Target="/ppt/notesMasters/notesMaster1.xml" Id="R9578b32faa364784" /><Relationship Type="http://schemas.openxmlformats.org/officeDocument/2006/relationships/presProps" Target="/ppt/presProps.xml" Id="R3f4ad301c21b4ef1" /><Relationship Type="http://schemas.openxmlformats.org/officeDocument/2006/relationships/tableStyles" Target="/ppt/tableStyles.xml" Id="R65a860da7bb84e89" /><Relationship Type="http://schemas.openxmlformats.org/officeDocument/2006/relationships/slide" Target="/ppt/slides/slide1.xml" Id="Rec2edb18c5084a41" /><Relationship Type="http://schemas.openxmlformats.org/officeDocument/2006/relationships/slide" Target="/ppt/slides/slide2.xml" Id="Rf5959b7fc81f4b8f" /><Relationship Type="http://schemas.openxmlformats.org/officeDocument/2006/relationships/slide" Target="/ppt/slides/slide3.xml" Id="R6129ba2fdf9741f9" /><Relationship Type="http://schemas.openxmlformats.org/officeDocument/2006/relationships/slide" Target="/ppt/slides/slide4.xml" Id="Re6fa1360680e4a64" /><Relationship Type="http://schemas.openxmlformats.org/officeDocument/2006/relationships/slide" Target="/ppt/slides/slide5.xml" Id="Rb2037f19f99740ad" /><Relationship Type="http://schemas.openxmlformats.org/officeDocument/2006/relationships/slide" Target="/ppt/slides/slide6.xml" Id="Re2f4338eb3ff43b5" /><Relationship Type="http://schemas.openxmlformats.org/officeDocument/2006/relationships/slide" Target="/ppt/slides/slide7.xml" Id="Rc0c000101ed045bc" /><Relationship Type="http://schemas.openxmlformats.org/officeDocument/2006/relationships/slide" Target="/ppt/slides/slide8.xml" Id="Rd80567da6fc849bd" /><Relationship Type="http://schemas.openxmlformats.org/officeDocument/2006/relationships/slide" Target="/ppt/slides/slide9.xml" Id="Rb6b8d639147747c2" /><Relationship Type="http://schemas.openxmlformats.org/officeDocument/2006/relationships/slide" Target="/ppt/slides/slide10.xml" Id="R15e781b0c6e7488c" /><Relationship Type="http://schemas.openxmlformats.org/officeDocument/2006/relationships/slide" Target="/ppt/slides/slide11.xml" Id="R0c11f72d339b44b7" /><Relationship Type="http://schemas.openxmlformats.org/officeDocument/2006/relationships/slide" Target="/ppt/slides/slide12.xml" Id="R3f48ff8a48d04b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9.xml" Id="R09d148439b6f43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9.xml><?xml version="1.0" encoding="utf-8"?>
<a:theme xmlns:a="http://schemas.openxmlformats.org/drawingml/2006/main" name="Titel 1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TU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b35308311049b0" /><Relationship Type="http://schemas.openxmlformats.org/officeDocument/2006/relationships/notesMaster" Target="/ppt/notesMasters/notesMaster1.xml" Id="Rdd3f7be9878441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c7981241234e8d" /><Relationship Type="http://schemas.openxmlformats.org/officeDocument/2006/relationships/notesMaster" Target="/ppt/notesMasters/notesMaster1.xml" Id="R64e2861097244b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716d84cef24dd3" /><Relationship Type="http://schemas.openxmlformats.org/officeDocument/2006/relationships/notesMaster" Target="/ppt/notesMasters/notesMaster1.xml" Id="Rcd59b34301834b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cd9bd90908475e" /><Relationship Type="http://schemas.openxmlformats.org/officeDocument/2006/relationships/notesMaster" Target="/ppt/notesMasters/notesMaster1.xml" Id="R6f8035e6924f41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e303d4a8ff4d1f" /><Relationship Type="http://schemas.openxmlformats.org/officeDocument/2006/relationships/notesMaster" Target="/ppt/notesMasters/notesMaster1.xml" Id="R8aab420e2c714f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ab186e898c4b92" /><Relationship Type="http://schemas.openxmlformats.org/officeDocument/2006/relationships/notesMaster" Target="/ppt/notesMasters/notesMaster1.xml" Id="Re4322c97541540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235c23dca7402d" /><Relationship Type="http://schemas.openxmlformats.org/officeDocument/2006/relationships/notesMaster" Target="/ppt/notesMasters/notesMaster1.xml" Id="Rdf5a160482fa4f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94649311ff4134" /><Relationship Type="http://schemas.openxmlformats.org/officeDocument/2006/relationships/notesMaster" Target="/ppt/notesMasters/notesMaster1.xml" Id="Rc9974dce1f204d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9a6985fa5d4f9c" /><Relationship Type="http://schemas.openxmlformats.org/officeDocument/2006/relationships/notesMaster" Target="/ppt/notesMasters/notesMaster1.xml" Id="Rd72600a4dbaa4d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83639077a74bd7" /><Relationship Type="http://schemas.openxmlformats.org/officeDocument/2006/relationships/notesMaster" Target="/ppt/notesMasters/notesMaster1.xml" Id="R706de756a02740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4fc03f406fc4d3f" /><Relationship Type="http://schemas.openxmlformats.org/officeDocument/2006/relationships/notesMaster" Target="/ppt/notesMasters/notesMaster1.xml" Id="Rd6476010b0e74dd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eabb3cc5d1a4543" /><Relationship Type="http://schemas.openxmlformats.org/officeDocument/2006/relationships/notesMaster" Target="/ppt/notesMasters/notesMaster1.xml" Id="Re2f07245b9a446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frame: this is not a production-lift claim.</a:t>
            </a:r>
          </a:p>
          <a:p xmlns:a="http://schemas.openxmlformats.org/drawingml/2006/main">
            <a:r>
              <a:t>The deck follows Why, How, What: motivation, method, and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transition from the title into the motivation.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anchor ratio in plain terms: offer divided by list price.</a:t>
            </a:r>
          </a:p>
          <a:p xmlns:a="http://schemas.openxmlformats.org/drawingml/2006/main">
            <a:r>
              <a:t>The tension is savings versus rejection risk.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Set up why offline RL and OPE are used.</a:t>
            </a:r>
          </a:p>
          <a:p xmlns:a="http://schemas.openxmlformats.org/drawingml/2006/main">
            <a:r>
              <a:t>Avoid saying the model estimates a causal anchoring effect.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Transition from motivation to pipeline and evaluation design.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maps directly to Problem Formulation in the report.</a:t>
            </a:r>
          </a:p>
          <a:p xmlns:a="http://schemas.openxmlformats.org/drawingml/2006/main">
            <a:r>
              <a:t>Mention the regressor removal as a simplification and correctness improvement.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answer why the supervised baseline is not enough.</a:t>
            </a:r>
          </a:p>
          <a:p xmlns:a="http://schemas.openxmlformats.org/drawingml/2006/main">
            <a:r>
              <a:t>The issue is not that AUC is useless; the issue is greedy extrapolation.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explicitly that the rows are not directly comparable as a ranking.</a:t>
            </a:r>
          </a:p>
          <a:p xmlns:a="http://schemas.openxmlformats.org/drawingml/2006/main">
            <a:r>
              <a:t>The key is how each number was produced.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central evidence slide.</a:t>
            </a:r>
          </a:p>
          <a:p xmlns:a="http://schemas.openxmlformats.org/drawingml/2006/main">
            <a:r>
              <a:t>Explain ESS simply: how much usable logged support remains after weighting.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Transition from mechanics to conclusions.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report's negative-but-instructive framing.</a:t>
            </a:r>
          </a:p>
          <a:p xmlns:a="http://schemas.openxmlformats.org/drawingml/2006/main">
            <a:r>
              <a:t>Do not present CQL as a reward win; present it as support discipline.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claim boundary.</a:t>
            </a:r>
          </a:p>
          <a:p xmlns:a="http://schemas.openxmlformats.org/drawingml/2006/main">
            <a:r>
              <a:t>This final line ties the project back to scientific methodology and future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cb8ea71ece4af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707bb21c4e482f" /><Relationship Type="http://schemas.openxmlformats.org/officeDocument/2006/relationships/image" Target="/ppt/media/image2.jpeg" Id="Ra752140831a042c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0e8505a462f448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d446595ee1e47a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d2b17db80ef477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c5d75b402ae848c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c057119f1c72422a" /><Relationship Type="http://schemas.openxmlformats.org/officeDocument/2006/relationships/image" Target="/ppt/media/image2.jpeg" Id="Rc20545f58bd74ee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5b950a9ac3ac49d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7940dc410786458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4ad44e7379a748d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6e78e5d52f8c408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2bfbc51c80234d79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56346485d946421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051755df796547ec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06e4df1fc7124d11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5fec5fc088f14026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738633e498104b7e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b40c3fec21484c11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b729ce21b5dd4e23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71c39019830549f3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1de319583e9f4e1d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b3f872ef67494efd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40dc12322c814bc7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9636bf8da3704104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1ea890b18eb44253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05f22d425d664e70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c0776df7d9d041a2" /></Relationships>
</file>

<file path=ppt/slideLayouts/slideLayout1.xml><?xml version="1.0" encoding="utf-8"?>
<p:sldLayout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el 1">
            <a:extLst xmlns:a="http://schemas.openxmlformats.org/drawingml/2006/main">
              <a:ext uri="{FF2B5EF4-FFF2-40B4-BE49-F238E27FC236}">
                <a16:creationId xmlns:a16="http://schemas.microsoft.com/office/drawing/2014/main" id="{9A4EB549-F9A3-4845-82C6-C2A3C1BB722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9090" y="972000"/>
            <a:ext cx="8508999" cy="383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ts val="3200"/>
              </a:lnSpc>
              <a:buNone/>
              <a:defRPr sz="25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Titel der Präsentation durch Klicken bearbeiten</a:t>
            </a:r>
          </a:p>
        </p:txBody>
      </p:sp>
      <p:sp>
        <p:nvSpPr>
          <p:cNvPr id="16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82C43D66-5FB8-4D6E-8831-D4467AF2C5DE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319088" y="1484040"/>
            <a:ext cx="8508999" cy="9555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ct val="150000"/>
              </a:lnSpc>
              <a:buNone/>
              <a:defRPr sz="1400"/>
            </a:lvl1pPr>
            <a:lvl2pPr>
              <a:buNone/>
              <a:defRPr/>
            </a:lvl2pPr>
          </a:lstStyle>
          <a:p xmlns:a="http://schemas.openxmlformats.org/drawingml/2006/main">
            <a:pPr>
              <a:buNone/>
            </a:pPr>
            <a:r>
              <a:t>Referent</a:t>
            </a:r>
            <a:br/>
            <a:r>
              <a:t>Ort, Datum (Schreibweise: 01. Oktober 2022)</a:t>
            </a:r>
          </a:p>
        </p:txBody>
      </p:sp>
      <p:sp>
        <p:nvSpPr>
          <p:cNvPr id="14" name="Rechteck 13">
            <a:extLst xmlns:a="http://schemas.openxmlformats.org/drawingml/2006/main">
              <a:ext uri="{FF2B5EF4-FFF2-40B4-BE49-F238E27FC236}">
                <a16:creationId xmlns:a16="http://schemas.microsoft.com/office/drawing/2014/main" id="{B6A1662A-C474-41F0-9E49-ED00AEDE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635" y="4806203"/>
            <a:ext cx="575236" cy="26894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59F3C7F3-D3FB-4F12-AC64-5D65013A57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58CB1E-F828-4F11-99E0-327109AF9DA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Star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Bild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52140831a042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5215" y="1476375"/>
            <a:ext cx="3819542" cy="3333750"/>
          </a:xfrm>
          <a:prstGeom xmlns:a="http://schemas.openxmlformats.org/drawingml/2006/main" prst="rect">
            <a:avLst/>
          </a:prstGeom>
        </p:spPr>
      </p:pic>
      <p:sp>
        <p:nvSpPr>
          <p:cNvPr id="12" name="Titel 1">
            <a:extLst xmlns:a="http://schemas.openxmlformats.org/drawingml/2006/main">
              <a:ext uri="{FF2B5EF4-FFF2-40B4-BE49-F238E27FC236}">
                <a16:creationId xmlns:a16="http://schemas.microsoft.com/office/drawing/2014/main" id="{D7660815-41FC-4171-98FD-B5D88701B7B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9090" y="972000"/>
            <a:ext cx="8508999" cy="383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ts val="3200"/>
              </a:lnSpc>
              <a:buNone/>
              <a:defRPr sz="25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Titel der Präsentation durch Klicken bearbeiten</a:t>
            </a:r>
          </a:p>
        </p:txBody>
      </p:sp>
      <p:sp>
        <p:nvSpPr>
          <p:cNvPr id="16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162C22B9-B08C-497A-A4C1-18F99A5C8D7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319088" y="1484040"/>
            <a:ext cx="8508999" cy="9555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ct val="150000"/>
              </a:lnSpc>
              <a:buNone/>
              <a:defRPr sz="1400"/>
            </a:lvl1pPr>
            <a:lvl2pPr>
              <a:buNone/>
              <a:defRPr/>
            </a:lvl2pPr>
          </a:lstStyle>
          <a:p xmlns:a="http://schemas.openxmlformats.org/drawingml/2006/main">
            <a:pPr>
              <a:buNone/>
            </a:pPr>
            <a:r>
              <a:t>Referent</a:t>
            </a:r>
            <a:br/>
            <a:r>
              <a:t>Ort, Datum (Schreibweise: 01. Oktober 2022)</a:t>
            </a:r>
          </a:p>
        </p:txBody>
      </p:sp>
      <p:sp>
        <p:nvSpPr>
          <p:cNvPr id="14" name="Rechteck 13">
            <a:extLst xmlns:a="http://schemas.openxmlformats.org/drawingml/2006/main">
              <a:ext uri="{FF2B5EF4-FFF2-40B4-BE49-F238E27FC236}">
                <a16:creationId xmlns:a16="http://schemas.microsoft.com/office/drawing/2014/main" id="{238357C7-4FF5-46BF-9031-52B45F65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635" y="4806203"/>
            <a:ext cx="575236" cy="26894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D455CE3B-EEC3-413B-9D17-0590C94F06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58CB1E-F828-4F11-99E0-327109AF9DA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.xml><?xml version="1.0" encoding="utf-8"?>
<p:sldLayout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el 1">
            <a:extLst xmlns:a="http://schemas.openxmlformats.org/drawingml/2006/main">
              <a:ext uri="{FF2B5EF4-FFF2-40B4-BE49-F238E27FC236}">
                <a16:creationId xmlns:a16="http://schemas.microsoft.com/office/drawing/2014/main" id="{7DB9A25D-F14C-40CC-A844-AE35053423C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9090" y="972000"/>
            <a:ext cx="8508999" cy="376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ts val="3200"/>
              </a:lnSpc>
              <a:buNone/>
              <a:defRPr sz="25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Titel der Präsentation durch Klicken bearbeiten</a:t>
            </a:r>
          </a:p>
        </p:txBody>
      </p:sp>
      <p:sp>
        <p:nvSpPr>
          <p:cNvPr id="16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6EA9C5EB-C8CF-4768-86D5-A46DC300BEAA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319088" y="1484040"/>
            <a:ext cx="8508999" cy="9555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 xmlns:a="http://schemas.openxmlformats.org/drawingml/2006/main">
            <a:pPr>
              <a:buNone/>
            </a:pPr>
            <a:r>
              <a:t>Referent</a:t>
            </a:r>
            <a:br/>
            <a:r>
              <a:t>Ort, Datum (Schreibweise: 01. Oktober 2022)</a:t>
            </a:r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17C56E80-E865-4895-ACC8-0C6DF44150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CE58CB1E-F828-4F11-99E0-327109AF9DA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1_Star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el 1">
            <a:extLst xmlns:a="http://schemas.openxmlformats.org/drawingml/2006/main">
              <a:ext uri="{FF2B5EF4-FFF2-40B4-BE49-F238E27FC236}">
                <a16:creationId xmlns:a16="http://schemas.microsoft.com/office/drawing/2014/main" id="{47712126-E1A4-487E-9CF7-EB8432C58B9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9090" y="972000"/>
            <a:ext cx="8508999" cy="376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ts val="3200"/>
              </a:lnSpc>
              <a:buNone/>
              <a:defRPr sz="25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Titel der Präsentation durch Klicken bearbeiten</a:t>
            </a:r>
          </a:p>
        </p:txBody>
      </p:sp>
      <p:sp>
        <p:nvSpPr>
          <p:cNvPr id="16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49B44634-755D-4873-BE50-A1E4C9989249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319088" y="1484040"/>
            <a:ext cx="8508999" cy="9555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 xmlns:a="http://schemas.openxmlformats.org/drawingml/2006/main">
            <a:pPr>
              <a:buNone/>
            </a:pPr>
            <a:r>
              <a:t>Referent</a:t>
            </a:r>
            <a:br/>
            <a:r>
              <a:t>Ort, Datum (Schreibweise: 01. Oktober 2022)</a:t>
            </a:r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227AD20F-BA14-4E31-B18D-D823469B40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CE58CB1E-F828-4F11-99E0-327109AF9DA4}" type="slidenum">
              <a:t>‹#›</a:t>
            </a:fld>
          </a:p>
        </p:txBody>
      </p:sp>
      <p:sp>
        <p:nvSpPr>
          <p:cNvPr id="2" name="Textfeld 10">
            <a:extLst xmlns:a="http://schemas.openxmlformats.org/drawingml/2006/main">
              <a:ext uri="{FF2B5EF4-FFF2-40B4-BE49-F238E27FC236}">
                <a16:creationId xmlns:a16="http://schemas.microsoft.com/office/drawing/2014/main" id="{154976A3-D458-EBF9-B242-F3440F11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06" y="321468"/>
            <a:ext cx="7160425" cy="3462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buNone/>
            </a:pPr>
            <a:r>
              <a:rPr sz="800">
                <a:solidFill>
                  <a:schemeClr val="bg1"/>
                </a:solidFill>
                <a:latin typeface="+mn-lt"/>
                <a:ea typeface="+mn-lt"/>
                <a:cs typeface="+mn-lt"/>
              </a:rPr>
              <a:t>Chair of High-Power Converter Systems</a:t>
            </a:r>
          </a:p>
          <a:p xmlns:a="http://schemas.openxmlformats.org/drawingml/2006/main">
            <a:pPr>
              <a:lnSpc>
                <a:spcPts val="900"/>
              </a:lnSpc>
              <a:buNone/>
            </a:pPr>
            <a:r>
              <a:rPr sz="800">
                <a:solidFill>
                  <a:schemeClr val="bg1"/>
                </a:solidFill>
                <a:latin typeface="+mn-lt"/>
                <a:ea typeface="+mn-lt"/>
                <a:cs typeface="+mn-lt"/>
              </a:rPr>
              <a:t>TUM School of Engineering and Design</a:t>
            </a:r>
          </a:p>
          <a:p xmlns:a="http://schemas.openxmlformats.org/drawingml/2006/main">
            <a:pPr>
              <a:lnSpc>
                <a:spcPts val="900"/>
              </a:lnSpc>
              <a:buNone/>
            </a:pPr>
            <a:r>
              <a:rPr sz="800">
                <a:solidFill>
                  <a:schemeClr val="bg1"/>
                </a:solidFill>
                <a:latin typeface="+mn-lt"/>
                <a:ea typeface="+mn-lt"/>
                <a:cs typeface="+mn-lt"/>
              </a:rPr>
              <a:t>Technical University of Munich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el 1">
            <a:extLst xmlns:a="http://schemas.openxmlformats.org/drawingml/2006/main">
              <a:ext uri="{FF2B5EF4-FFF2-40B4-BE49-F238E27FC236}">
                <a16:creationId xmlns:a16="http://schemas.microsoft.com/office/drawing/2014/main" id="{82CA6B56-C4D4-4C42-8DA1-6F894B2954D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9090" y="972000"/>
            <a:ext cx="8508999" cy="376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ts val="3200"/>
              </a:lnSpc>
              <a:buNone/>
              <a:defRPr sz="25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Titel der Präsentation durch Klicken bearbeiten</a:t>
            </a:r>
          </a:p>
        </p:txBody>
      </p:sp>
      <p:sp>
        <p:nvSpPr>
          <p:cNvPr id="16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7D653EDE-C7D8-4E0A-BC73-86502B830344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319088" y="1484040"/>
            <a:ext cx="8508999" cy="9555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ct val="150000"/>
              </a:lnSpc>
              <a:buNone/>
              <a:defRPr sz="1400">
                <a:solidFill>
                  <a:srgbClr val="000000"/>
                </a:solidFill>
              </a:defRPr>
            </a:lvl1pPr>
            <a:lvl2pPr>
              <a:buNone/>
              <a:defRPr/>
            </a:lvl2pPr>
          </a:lstStyle>
          <a:p xmlns:a="http://schemas.openxmlformats.org/drawingml/2006/main">
            <a:pPr>
              <a:buNone/>
            </a:pPr>
            <a:r>
              <a:t>Referent</a:t>
            </a:r>
            <a:br/>
            <a:r>
              <a:t>Ort, Datum (Schreibweise: 01. Oktober 2022)</a:t>
            </a:r>
          </a:p>
        </p:txBody>
      </p:sp>
      <p:sp>
        <p:nvSpPr>
          <p:cNvPr id="14" name="Rechteck 13">
            <a:extLst xmlns:a="http://schemas.openxmlformats.org/drawingml/2006/main">
              <a:ext uri="{FF2B5EF4-FFF2-40B4-BE49-F238E27FC236}">
                <a16:creationId xmlns:a16="http://schemas.microsoft.com/office/drawing/2014/main" id="{126A0324-9CD0-4B94-8838-C15F9DBD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635" y="4806203"/>
            <a:ext cx="575236" cy="26894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26B00A92-C3CD-4573-93CF-D732344F1BBE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58CB1E-F828-4F11-99E0-327109AF9DA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1_Star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Bild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0545f58bd74e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5215" y="1476375"/>
            <a:ext cx="3819542" cy="3333750"/>
          </a:xfrm>
          <a:prstGeom xmlns:a="http://schemas.openxmlformats.org/drawingml/2006/main" prst="rect">
            <a:avLst/>
          </a:prstGeom>
        </p:spPr>
      </p:pic>
      <p:sp>
        <p:nvSpPr>
          <p:cNvPr id="12" name="Titel 1">
            <a:extLst xmlns:a="http://schemas.openxmlformats.org/drawingml/2006/main">
              <a:ext uri="{FF2B5EF4-FFF2-40B4-BE49-F238E27FC236}">
                <a16:creationId xmlns:a16="http://schemas.microsoft.com/office/drawing/2014/main" id="{C46EF0B1-9300-42F3-A658-92F0A77B1F7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9090" y="972000"/>
            <a:ext cx="8508999" cy="376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ts val="3200"/>
              </a:lnSpc>
              <a:buNone/>
              <a:defRPr sz="25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Titel der Präsentation durch Klicken bearbeiten</a:t>
            </a:r>
          </a:p>
        </p:txBody>
      </p:sp>
      <p:sp>
        <p:nvSpPr>
          <p:cNvPr id="16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1531F2A4-0660-4EA9-8F8A-0EE20DAEDED9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319088" y="1484040"/>
            <a:ext cx="8508999" cy="9555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ct val="150000"/>
              </a:lnSpc>
              <a:buNone/>
              <a:defRPr sz="1400">
                <a:solidFill>
                  <a:srgbClr val="000000"/>
                </a:solidFill>
              </a:defRPr>
            </a:lvl1pPr>
            <a:lvl2pPr>
              <a:buNone/>
              <a:defRPr/>
            </a:lvl2pPr>
          </a:lstStyle>
          <a:p xmlns:a="http://schemas.openxmlformats.org/drawingml/2006/main">
            <a:pPr>
              <a:buNone/>
            </a:pPr>
            <a:r>
              <a:t>Referent</a:t>
            </a:r>
            <a:br/>
            <a:r>
              <a:t>Ort, Datum (Schreibweise: 01. Oktober 2022)</a:t>
            </a:r>
          </a:p>
        </p:txBody>
      </p:sp>
      <p:sp>
        <p:nvSpPr>
          <p:cNvPr id="14" name="Rechteck 13">
            <a:extLst xmlns:a="http://schemas.openxmlformats.org/drawingml/2006/main">
              <a:ext uri="{FF2B5EF4-FFF2-40B4-BE49-F238E27FC236}">
                <a16:creationId xmlns:a16="http://schemas.microsoft.com/office/drawing/2014/main" id="{93BA9CE5-A6B7-4F3C-8DC4-099958E3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635" y="4806203"/>
            <a:ext cx="575236" cy="26894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B8A8C0B6-8051-46F5-892E-C2BAFD34F1EB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58CB1E-F828-4F11-99E0-327109AF9DA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D3759A11-0711-47A5-AAA2-FAC25D42CA63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319088" y="1484040"/>
            <a:ext cx="8508999" cy="9555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ct val="150000"/>
              </a:lnSpc>
              <a:buNone/>
              <a:defRPr sz="1400"/>
            </a:lvl1pPr>
            <a:lvl2pPr>
              <a:buNone/>
              <a:defRPr/>
            </a:lvl2pPr>
          </a:lstStyle>
          <a:p xmlns:a="http://schemas.openxmlformats.org/drawingml/2006/main">
            <a:pPr>
              <a:buNone/>
            </a:pPr>
            <a:r>
              <a:t>Referent</a:t>
            </a:r>
            <a:br/>
            <a:r>
              <a:t>Ort, Datum (Schreibweise: 01. Oktober 2022)</a:t>
            </a:r>
          </a:p>
        </p:txBody>
      </p:sp>
      <p:sp>
        <p:nvSpPr>
          <p:cNvPr id="14" name="Rechteck 13">
            <a:extLst xmlns:a="http://schemas.openxmlformats.org/drawingml/2006/main">
              <a:ext uri="{FF2B5EF4-FFF2-40B4-BE49-F238E27FC236}">
                <a16:creationId xmlns:a16="http://schemas.microsoft.com/office/drawing/2014/main" id="{DD67E651-E998-4386-8BDC-142807BC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635" y="4806203"/>
            <a:ext cx="575236" cy="26894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Foliennummernplatzhalter 7">
            <a:extLst xmlns:a="http://schemas.openxmlformats.org/drawingml/2006/main">
              <a:ext uri="{FF2B5EF4-FFF2-40B4-BE49-F238E27FC236}">
                <a16:creationId xmlns:a16="http://schemas.microsoft.com/office/drawing/2014/main" id="{ACB2D86C-500C-4846-B986-334DDEC34A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58CB1E-F828-4F11-99E0-327109AF9DA4}" type="slidenum">
              <a:t>‹#›</a:t>
            </a:fld>
          </a:p>
        </p:txBody>
      </p:sp>
      <p:sp>
        <p:nvSpPr>
          <p:cNvPr id="9" name="Titel 1">
            <a:extLst xmlns:a="http://schemas.openxmlformats.org/drawingml/2006/main">
              <a:ext uri="{FF2B5EF4-FFF2-40B4-BE49-F238E27FC236}">
                <a16:creationId xmlns:a16="http://schemas.microsoft.com/office/drawing/2014/main" id="{05AABF3B-2112-4303-BACC-C389E81E738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9090" y="972000"/>
            <a:ext cx="8508999" cy="376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ts val="3200"/>
              </a:lnSpc>
              <a:buNone/>
              <a:defRPr sz="25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Titel der Präsentation durch Klicken bearbeiten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el 1">
            <a:extLst xmlns:a="http://schemas.openxmlformats.org/drawingml/2006/main">
              <a:ext uri="{FF2B5EF4-FFF2-40B4-BE49-F238E27FC236}">
                <a16:creationId xmlns:a16="http://schemas.microsoft.com/office/drawing/2014/main" id="{FE5BE3E0-0988-454A-9A1D-0F1474B99AB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162" y="293460"/>
            <a:ext cx="8508999" cy="380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 marL="0" indent="0">
              <a:lnSpc>
                <a:spcPts val="3200"/>
              </a:lnSpc>
              <a:buNone/>
              <a:defRPr sz="25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Titel durch Klicken bearbeiten</a:t>
            </a:r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CF7C5CE9-77CC-43E4-A1A4-A71133C147D1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 lIns="0" rIns="0"/>
          <a:lstStyle xmlns:a="http://schemas.openxmlformats.org/drawingml/2006/main"/>
          <a:p xmlns:a="http://schemas.openxmlformats.org/drawingml/2006/main">
            <a:fld id="{CE58CB1E-F828-4F11-99E0-327109AF9DA4}" type="slidenum">
              <a:t>‹#›</a:t>
            </a:fld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B456A35B-2AB3-4A41-ADE0-F5E4C682B5D1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Dr. rer. nat. Erika Mustermann (TUM) | kann beliebig erweitert werden | Infos mit Strich trennen</a:t>
            </a:r>
          </a:p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740E7229-04EE-4764-BC7E-F87916F4FA64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11161" y="684430"/>
            <a:ext cx="8508999" cy="3214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93600" rIns="0" bIns="0"/>
          <a:lstStyle xmlns:a="http://schemas.openxmlformats.org/drawingml/2006/main">
            <a:lvl1pPr marL="0" indent="0" algn="l">
              <a:lnSpc>
                <a:spcPts val="1800"/>
              </a:lnSpc>
              <a:spcBef>
                <a:spcPts val="600"/>
              </a:spcBef>
              <a:buNone/>
              <a:defRPr sz="18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 xmlns:a="http://schemas.openxmlformats.org/drawingml/2006/main"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/>
              <a:t>Untert</a:t>
            </a:r>
            <a:r>
              <a:rPr sz="1800"/>
              <a:t>itel durch Klicken bearbeiten</a:t>
            </a:r>
          </a:p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1_Inhal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el 1">
            <a:extLst xmlns:a="http://schemas.openxmlformats.org/drawingml/2006/main">
              <a:ext uri="{FF2B5EF4-FFF2-40B4-BE49-F238E27FC236}">
                <a16:creationId xmlns:a16="http://schemas.microsoft.com/office/drawing/2014/main" id="{610BBE4C-3860-4728-8720-CA2E7540949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162" y="293460"/>
            <a:ext cx="8508999" cy="380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 marL="0" indent="0">
              <a:lnSpc>
                <a:spcPts val="3200"/>
              </a:lnSpc>
              <a:buNone/>
              <a:defRPr sz="25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Titel durch Klicken bearbeiten</a:t>
            </a:r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BC44031A-EFE8-4581-8FA2-F1A2DD1EA374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 lIns="0" rIns="0"/>
          <a:lstStyle xmlns:a="http://schemas.openxmlformats.org/drawingml/2006/main"/>
          <a:p xmlns:a="http://schemas.openxmlformats.org/drawingml/2006/main">
            <a:fld id="{CE58CB1E-F828-4F11-99E0-327109AF9DA4}" type="slidenum">
              <a:t>‹#›</a:t>
            </a:fld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698A76E8-E369-40D1-B477-D5C0358846E9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Dr. rer. nat. Erika Mustermann (TUM) | kann beliebig erweitert werden | Infos mit Strich trennen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Inhalt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3F7C3D29-0C9D-4AA8-B980-7EC62FFC820A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19090" y="1785785"/>
            <a:ext cx="8508999" cy="290051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ct val="114000"/>
              </a:lnSpc>
              <a:buNone/>
              <a:defRPr sz="1400"/>
            </a:lvl1pPr>
            <a:lvl2pPr>
              <a:lnSpc>
                <a:spcPct val="114000"/>
              </a:lnSpc>
              <a:buNone/>
              <a:defRPr sz="1400"/>
            </a:lvl2pPr>
            <a:lvl3pPr>
              <a:buNone/>
              <a:defRPr sz="1400"/>
            </a:lvl3pPr>
          </a:lstStyle>
          <a:p xmlns:a="http://schemas.openxmlformats.org/drawingml/2006/main">
            <a:pPr>
              <a:buNone/>
            </a:pPr>
            <a:r>
              <a:t>Inhalt durch Klicken bearbeiten</a:t>
            </a:r>
          </a:p>
          <a:p xmlns:a="http://schemas.openxmlformats.org/drawingml/2006/main">
            <a:pPr>
              <a:buNone/>
            </a:pPr>
            <a:r>
              <a:t>Zweite Ebene</a:t>
            </a:r>
          </a:p>
          <a:p xmlns:a="http://schemas.openxmlformats.org/drawingml/2006/main">
            <a:pPr>
              <a:buNone/>
            </a:pPr>
            <a:r>
              <a:t>Dritte Ebene</a:t>
            </a:r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9A5E0CE5-E2B1-4EE9-ACE3-09E1E15B2861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58CB1E-F828-4F11-99E0-327109AF9DA4}" type="slidenum">
              <a:t>‹#›</a:t>
            </a:fld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7A7A8F1B-1EA8-43E6-AC95-BDC17E002111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Dr. rer. nat. Erika Mustermann (TUM) | kann beliebig erweitert werden | Infos mit Strich trennen</a:t>
            </a:r>
          </a:p>
        </p:txBody>
      </p:sp>
      <p:sp>
        <p:nvSpPr>
          <p:cNvPr id="6" name="Textplatzhalter 7">
            <a:extLst xmlns:a="http://schemas.openxmlformats.org/drawingml/2006/main">
              <a:ext uri="{FF2B5EF4-FFF2-40B4-BE49-F238E27FC236}">
                <a16:creationId xmlns:a16="http://schemas.microsoft.com/office/drawing/2014/main" id="{636D36AF-95DC-44E5-867C-5AE089A3DB3E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19090" y="1222525"/>
            <a:ext cx="8508999" cy="505304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ct val="114000"/>
              </a:lnSpc>
              <a:buNone/>
              <a:defRPr sz="1400"/>
            </a:lvl1pPr>
          </a:lstStyle>
          <a:p xmlns:a="http://schemas.openxmlformats.org/drawingml/2006/main">
            <a:pPr>
              <a:buNone/>
            </a:pPr>
            <a:r>
              <a:t>Inhalt durch Klicken bearbeiten</a:t>
            </a:r>
          </a:p>
        </p:txBody>
      </p:sp>
      <p:sp>
        <p:nvSpPr>
          <p:cNvPr id="11" name="Titel 1">
            <a:extLst xmlns:a="http://schemas.openxmlformats.org/drawingml/2006/main"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162" y="293460"/>
            <a:ext cx="8508999" cy="380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>
              <a:lnSpc>
                <a:spcPts val="3200"/>
              </a:lnSpc>
              <a:buNone/>
              <a:defRPr sz="25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Titel durch Klicken bearbeiten</a:t>
            </a:r>
          </a:p>
        </p:txBody>
      </p:sp>
      <p:sp>
        <p:nvSpPr>
          <p:cNvPr id="2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20912513-725A-7B3D-7236-D9DF537BD47D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11161" y="684430"/>
            <a:ext cx="8508999" cy="3214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93600" rIns="0" bIns="0"/>
          <a:lstStyle xmlns:a="http://schemas.openxmlformats.org/drawingml/2006/main">
            <a:lvl1pPr marL="0" indent="0" algn="l">
              <a:lnSpc>
                <a:spcPts val="1800"/>
              </a:lnSpc>
              <a:spcBef>
                <a:spcPts val="600"/>
              </a:spcBef>
              <a:buNone/>
              <a:defRPr sz="18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 xmlns:a="http://schemas.openxmlformats.org/drawingml/2006/main"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/>
              <a:t>Untert</a:t>
            </a:r>
            <a:r>
              <a:rPr sz="1800"/>
              <a:t>itel durch Klicken bearbeiten</a:t>
            </a:r>
          </a:p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3_Inhalt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7CAB7C17-A5AD-4B0C-8D74-9C4AC8301458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19090" y="1785785"/>
            <a:ext cx="8508999" cy="290051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ct val="114000"/>
              </a:lnSpc>
              <a:buNone/>
              <a:defRPr sz="1400"/>
            </a:lvl1pPr>
            <a:lvl2pPr>
              <a:lnSpc>
                <a:spcPct val="114000"/>
              </a:lnSpc>
              <a:buNone/>
              <a:defRPr sz="1400"/>
            </a:lvl2pPr>
            <a:lvl3pPr>
              <a:buNone/>
              <a:defRPr sz="1400"/>
            </a:lvl3pPr>
          </a:lstStyle>
          <a:p xmlns:a="http://schemas.openxmlformats.org/drawingml/2006/main">
            <a:pPr>
              <a:buNone/>
            </a:pPr>
            <a:r>
              <a:t>Inhalt durch Klicken bearbeiten</a:t>
            </a:r>
          </a:p>
          <a:p xmlns:a="http://schemas.openxmlformats.org/drawingml/2006/main">
            <a:pPr>
              <a:buNone/>
            </a:pPr>
            <a:r>
              <a:t>Zweite Ebene</a:t>
            </a:r>
          </a:p>
          <a:p xmlns:a="http://schemas.openxmlformats.org/drawingml/2006/main">
            <a:pPr>
              <a:buNone/>
            </a:pPr>
            <a:r>
              <a:t>Dritte Ebene</a:t>
            </a:r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7BE0B502-2217-4E1F-B85E-A60EBD240446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58CB1E-F828-4F11-99E0-327109AF9DA4}" type="slidenum">
              <a:t>‹#›</a:t>
            </a:fld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556AF79E-0CFE-4F30-8065-944EAEBE5E75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Dr. rer. nat. Erika Mustermann (TUM) | kann beliebig erweitert werden | Infos mit Strich trennen</a:t>
            </a:r>
          </a:p>
        </p:txBody>
      </p:sp>
      <p:sp>
        <p:nvSpPr>
          <p:cNvPr id="6" name="Textplatzhalter 7">
            <a:extLst xmlns:a="http://schemas.openxmlformats.org/drawingml/2006/main">
              <a:ext uri="{FF2B5EF4-FFF2-40B4-BE49-F238E27FC236}">
                <a16:creationId xmlns:a16="http://schemas.microsoft.com/office/drawing/2014/main" id="{1811A9AE-516B-4398-ACC0-0A6109378D9B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19090" y="1222525"/>
            <a:ext cx="8508999" cy="505304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ct val="114000"/>
              </a:lnSpc>
              <a:buNone/>
              <a:defRPr sz="1400"/>
            </a:lvl1pPr>
          </a:lstStyle>
          <a:p xmlns:a="http://schemas.openxmlformats.org/drawingml/2006/main">
            <a:pPr>
              <a:buNone/>
            </a:pPr>
            <a:r>
              <a:t>Inhalt durch Klicken bearbeiten</a:t>
            </a:r>
          </a:p>
        </p:txBody>
      </p:sp>
      <p:sp>
        <p:nvSpPr>
          <p:cNvPr id="11" name="Titel 1">
            <a:extLst xmlns:a="http://schemas.openxmlformats.org/drawingml/2006/main"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162" y="293460"/>
            <a:ext cx="8508999" cy="380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>
              <a:lnSpc>
                <a:spcPts val="3200"/>
              </a:lnSpc>
              <a:buNone/>
              <a:defRPr sz="25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Titel durch Klicken bearbeiten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2_Inhalt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79054BAA-CD8A-4356-83CC-D343A69D8342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19090" y="1506687"/>
            <a:ext cx="8508999" cy="3179614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ct val="114000"/>
              </a:lnSpc>
              <a:buNone/>
              <a:defRPr sz="1400"/>
            </a:lvl1pPr>
            <a:lvl2pPr>
              <a:lnSpc>
                <a:spcPct val="114000"/>
              </a:lnSpc>
              <a:buNone/>
              <a:defRPr sz="1400"/>
            </a:lvl2pPr>
            <a:lvl3pPr>
              <a:buNone/>
              <a:defRPr sz="1400"/>
            </a:lvl3pPr>
          </a:lstStyle>
          <a:p xmlns:a="http://schemas.openxmlformats.org/drawingml/2006/main">
            <a:pPr>
              <a:buNone/>
            </a:pPr>
            <a:r>
              <a:t>Inhalt durch Klicken bearbeiten</a:t>
            </a:r>
          </a:p>
          <a:p xmlns:a="http://schemas.openxmlformats.org/drawingml/2006/main">
            <a:pPr>
              <a:buNone/>
            </a:pPr>
            <a:r>
              <a:t>Zweite Ebene</a:t>
            </a:r>
          </a:p>
          <a:p xmlns:a="http://schemas.openxmlformats.org/drawingml/2006/main">
            <a:pPr>
              <a:buNone/>
            </a:pPr>
            <a:r>
              <a:t>Dritte Ebene</a:t>
            </a:r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F5B1A7D2-266E-4DD9-9C41-76492A322096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58CB1E-F828-4F11-99E0-327109AF9DA4}" type="slidenum">
              <a:t>‹#›</a:t>
            </a:fld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52EC5770-22CA-4CFA-B210-2198C6C1CC45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Dr. rer. nat. Erika Mustermann (TUM) | kann beliebig erweitert werden | Infos mit Strich trennen</a:t>
            </a:r>
          </a:p>
        </p:txBody>
      </p:sp>
      <p:sp>
        <p:nvSpPr>
          <p:cNvPr id="6" name="Textplatzhalter 7">
            <a:extLst xmlns:a="http://schemas.openxmlformats.org/drawingml/2006/main">
              <a:ext uri="{FF2B5EF4-FFF2-40B4-BE49-F238E27FC236}">
                <a16:creationId xmlns:a16="http://schemas.microsoft.com/office/drawing/2014/main" id="{550F141D-142C-4121-9F39-82F616BB8200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11161" y="936839"/>
            <a:ext cx="8508999" cy="497688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ct val="114000"/>
              </a:lnSpc>
              <a:buNone/>
              <a:defRPr sz="1400"/>
            </a:lvl1pPr>
          </a:lstStyle>
          <a:p xmlns:a="http://schemas.openxmlformats.org/drawingml/2006/main">
            <a:pPr>
              <a:buNone/>
            </a:pPr>
            <a:r>
              <a:t>Inhalt durch Klicken bearbeiten</a:t>
            </a:r>
          </a:p>
        </p:txBody>
      </p:sp>
      <p:sp>
        <p:nvSpPr>
          <p:cNvPr id="11" name="Titel 1">
            <a:extLst xmlns:a="http://schemas.openxmlformats.org/drawingml/2006/main"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162" y="293460"/>
            <a:ext cx="8508999" cy="380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>
              <a:lnSpc>
                <a:spcPts val="3200"/>
              </a:lnSpc>
              <a:buNone/>
              <a:defRPr sz="25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Titel durch Klicken bearbeiten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1_Inhalt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20BC1E01-A0C2-411E-A1DA-F42E41EEBE52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19090" y="1222525"/>
            <a:ext cx="8508999" cy="346377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ct val="114000"/>
              </a:lnSpc>
              <a:buNone/>
              <a:defRPr sz="1400"/>
            </a:lvl1pPr>
            <a:lvl2pPr>
              <a:lnSpc>
                <a:spcPct val="114000"/>
              </a:lnSpc>
              <a:buNone/>
              <a:defRPr sz="1400"/>
            </a:lvl2pPr>
            <a:lvl3pPr>
              <a:buNone/>
              <a:defRPr sz="1400"/>
            </a:lvl3pPr>
          </a:lstStyle>
          <a:p xmlns:a="http://schemas.openxmlformats.org/drawingml/2006/main">
            <a:pPr>
              <a:buNone/>
            </a:pPr>
            <a:r>
              <a:t>Inhalt durch Klicken bearbeiten</a:t>
            </a:r>
          </a:p>
          <a:p xmlns:a="http://schemas.openxmlformats.org/drawingml/2006/main">
            <a:pPr>
              <a:buNone/>
            </a:pPr>
            <a:r>
              <a:t>Zweite Ebene</a:t>
            </a:r>
          </a:p>
          <a:p xmlns:a="http://schemas.openxmlformats.org/drawingml/2006/main">
            <a:pPr>
              <a:buNone/>
            </a:pPr>
            <a:r>
              <a:t>Dritte Ebene</a:t>
            </a:r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1705F7CE-6125-49C8-9035-58B4B8024098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58CB1E-F828-4F11-99E0-327109AF9DA4}" type="slidenum">
              <a:t>‹#›</a:t>
            </a:fld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A9730C4B-8063-4F20-A01C-EE39E4D69E6F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Dr. rer. nat. Erika Mustermann (TUM) | kann beliebig erweitert werden | Infos mit Strich trennen</a:t>
            </a:r>
          </a:p>
        </p:txBody>
      </p:sp>
      <p:sp>
        <p:nvSpPr>
          <p:cNvPr id="11" name="Titel 1">
            <a:extLst xmlns:a="http://schemas.openxmlformats.org/drawingml/2006/main"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162" y="293460"/>
            <a:ext cx="8508999" cy="380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>
              <a:lnSpc>
                <a:spcPts val="3200"/>
              </a:lnSpc>
              <a:buNone/>
              <a:defRPr sz="25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Titel durch Klicken bearbeiten</a:t>
            </a:r>
          </a:p>
        </p:txBody>
      </p:sp>
      <p:sp>
        <p:nvSpPr>
          <p:cNvPr id="2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293133E1-5289-7056-E483-775294333E78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11161" y="684430"/>
            <a:ext cx="8508999" cy="3214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93600" rIns="0" bIns="0"/>
          <a:lstStyle xmlns:a="http://schemas.openxmlformats.org/drawingml/2006/main">
            <a:lvl1pPr marL="0" indent="0" algn="l">
              <a:lnSpc>
                <a:spcPts val="1800"/>
              </a:lnSpc>
              <a:spcBef>
                <a:spcPts val="600"/>
              </a:spcBef>
              <a:buNone/>
              <a:defRPr sz="18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 xmlns:a="http://schemas.openxmlformats.org/drawingml/2006/main"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/>
              <a:t>Untert</a:t>
            </a:r>
            <a:r>
              <a:rPr sz="1800"/>
              <a:t>itel durch Klicken bearbeiten</a:t>
            </a:r>
          </a:p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4_Inhalt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B97B1E55-9A47-47F5-B95C-BDCE29F1B38C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19090" y="1222525"/>
            <a:ext cx="8508999" cy="346377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ct val="114000"/>
              </a:lnSpc>
              <a:buNone/>
              <a:defRPr sz="1400"/>
            </a:lvl1pPr>
            <a:lvl2pPr>
              <a:lnSpc>
                <a:spcPct val="114000"/>
              </a:lnSpc>
              <a:buNone/>
              <a:defRPr sz="1400"/>
            </a:lvl2pPr>
            <a:lvl3pPr>
              <a:buNone/>
              <a:defRPr sz="1400"/>
            </a:lvl3pPr>
          </a:lstStyle>
          <a:p xmlns:a="http://schemas.openxmlformats.org/drawingml/2006/main">
            <a:pPr>
              <a:buNone/>
            </a:pPr>
            <a:r>
              <a:t>Inhalt durch Klicken bearbeiten</a:t>
            </a:r>
          </a:p>
          <a:p xmlns:a="http://schemas.openxmlformats.org/drawingml/2006/main">
            <a:pPr>
              <a:buNone/>
            </a:pPr>
            <a:r>
              <a:t>Zweite Ebene</a:t>
            </a:r>
          </a:p>
          <a:p xmlns:a="http://schemas.openxmlformats.org/drawingml/2006/main">
            <a:pPr>
              <a:buNone/>
            </a:pPr>
            <a:r>
              <a:t>Dritte Ebene</a:t>
            </a:r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411CB76C-581A-4600-BB2B-1634279C8C1E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58CB1E-F828-4F11-99E0-327109AF9DA4}" type="slidenum">
              <a:t>‹#›</a:t>
            </a:fld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C4F3BA6A-3BE4-4CB7-9788-3FE2DD0AB144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Dr. rer. nat. Erika Mustermann (TUM) | kann beliebig erweitert werden | Infos mit Strich trennen</a:t>
            </a:r>
          </a:p>
        </p:txBody>
      </p:sp>
      <p:sp>
        <p:nvSpPr>
          <p:cNvPr id="11" name="Titel 1">
            <a:extLst xmlns:a="http://schemas.openxmlformats.org/drawingml/2006/main"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162" y="293460"/>
            <a:ext cx="8508999" cy="380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>
              <a:lnSpc>
                <a:spcPts val="3200"/>
              </a:lnSpc>
              <a:buNone/>
              <a:defRPr sz="25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Titel durch Klicken bearbeiten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4651B423-BFD2-4645-894A-942980817246}"/>
              </a:ext>
            </a:extLst>
          </p:cNvPr>
          <p:cNvSpPr>
            <a:spLocks xmlns:a="http://schemas.openxmlformats.org/drawingml/2006/main" noGrp="1"/>
          </p:cNvSpPr>
          <p:nvPr>
            <p:ph idx="14" hasCustomPrompt="1"/>
          </p:nvPr>
        </p:nvSpPr>
        <p:spPr>
          <a:xfrm xmlns:a="http://schemas.openxmlformats.org/drawingml/2006/main">
            <a:off x="311162" y="1222524"/>
            <a:ext cx="4180910" cy="3475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ct val="114000"/>
              </a:lnSpc>
              <a:buNone/>
              <a:defRPr sz="1400"/>
            </a:lvl1pPr>
            <a:lvl2pPr>
              <a:lnSpc>
                <a:spcPct val="114000"/>
              </a:lnSpc>
              <a:buNone/>
              <a:defRPr sz="1400"/>
            </a:lvl2pPr>
            <a:lvl3pPr>
              <a:buNone/>
              <a:defRPr sz="1400"/>
            </a:lvl3pPr>
          </a:lstStyle>
          <a:p xmlns:a="http://schemas.openxmlformats.org/drawingml/2006/main">
            <a:pPr>
              <a:buNone/>
            </a:pPr>
            <a:r>
              <a:t>Inhalt durch Klicken bearbeiten</a:t>
            </a:r>
          </a:p>
          <a:p xmlns:a="http://schemas.openxmlformats.org/drawingml/2006/main">
            <a:pPr>
              <a:buNone/>
            </a:pPr>
            <a:r>
              <a:t>Zweite Ebene</a:t>
            </a:r>
          </a:p>
          <a:p xmlns:a="http://schemas.openxmlformats.org/drawingml/2006/main">
            <a:pPr>
              <a:buNone/>
            </a:pPr>
            <a:r>
              <a:t>Dritte Ebene</a:t>
            </a:r>
          </a:p>
        </p:txBody>
      </p:sp>
      <p:sp>
        <p:nvSpPr>
          <p:cNvPr id="13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F1B7DA78-E76A-4204-9EBE-6EE20D1F0BED}"/>
              </a:ext>
            </a:extLst>
          </p:cNvPr>
          <p:cNvSpPr>
            <a:spLocks xmlns:a="http://schemas.openxmlformats.org/drawingml/2006/main" noGrp="1"/>
          </p:cNvSpPr>
          <p:nvPr>
            <p:ph idx="15" hasCustomPrompt="1"/>
          </p:nvPr>
        </p:nvSpPr>
        <p:spPr>
          <a:xfrm xmlns:a="http://schemas.openxmlformats.org/drawingml/2006/main">
            <a:off x="4647179" y="1222524"/>
            <a:ext cx="4180910" cy="3475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ct val="114000"/>
              </a:lnSpc>
              <a:buNone/>
              <a:defRPr sz="1400"/>
            </a:lvl1pPr>
            <a:lvl2pPr>
              <a:lnSpc>
                <a:spcPct val="114000"/>
              </a:lnSpc>
              <a:buNone/>
              <a:defRPr sz="1400"/>
            </a:lvl2pPr>
            <a:lvl3pPr>
              <a:buNone/>
              <a:defRPr sz="1400"/>
            </a:lvl3pPr>
          </a:lstStyle>
          <a:p xmlns:a="http://schemas.openxmlformats.org/drawingml/2006/main">
            <a:pPr>
              <a:buNone/>
            </a:pPr>
            <a:r>
              <a:t>Inhalt durch Klicken bearbeiten</a:t>
            </a:r>
          </a:p>
          <a:p xmlns:a="http://schemas.openxmlformats.org/drawingml/2006/main">
            <a:pPr>
              <a:buNone/>
            </a:pPr>
            <a:r>
              <a:t>Zweite Ebene</a:t>
            </a:r>
          </a:p>
          <a:p xmlns:a="http://schemas.openxmlformats.org/drawingml/2006/main">
            <a:pPr>
              <a:buNone/>
            </a:pPr>
            <a:r>
              <a:t>Dritte Ebene</a:t>
            </a:r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7CB0BD19-C75D-4F2C-A50C-B49B73CCE65F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58CB1E-F828-4F11-99E0-327109AF9DA4}" type="slidenum">
              <a:t>‹#›</a:t>
            </a:fld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E362D030-EAB3-4FB3-8A1D-48DA809088EB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Dr. rer. nat. Erika Mustermann (TUM) | kann beliebig erweitert werden | Infos mit Strich trennen</a:t>
            </a:r>
          </a:p>
        </p:txBody>
      </p:sp>
      <p:sp>
        <p:nvSpPr>
          <p:cNvPr id="7" name="Titel 1">
            <a:extLst xmlns:a="http://schemas.openxmlformats.org/drawingml/2006/main">
              <a:ext uri="{FF2B5EF4-FFF2-40B4-BE49-F238E27FC236}">
                <a16:creationId xmlns:a16="http://schemas.microsoft.com/office/drawing/2014/main" id="{C820FC66-B1DF-47A9-8103-CDCC8883639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162" y="293460"/>
            <a:ext cx="8508999" cy="380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>
              <a:lnSpc>
                <a:spcPts val="3200"/>
              </a:lnSpc>
              <a:buNone/>
              <a:defRPr sz="25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Titel durch Klicken bearbeiten</a:t>
            </a:r>
          </a:p>
        </p:txBody>
      </p:sp>
      <p:sp>
        <p:nvSpPr>
          <p:cNvPr id="2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E9EB89DB-0FCB-44DF-1F96-9A2EDDD7D265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311161" y="684430"/>
            <a:ext cx="8508999" cy="3214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93600" rIns="0" bIns="0"/>
          <a:lstStyle xmlns:a="http://schemas.openxmlformats.org/drawingml/2006/main">
            <a:lvl1pPr marL="0" indent="0" algn="l">
              <a:lnSpc>
                <a:spcPts val="1800"/>
              </a:lnSpc>
              <a:spcBef>
                <a:spcPts val="600"/>
              </a:spcBef>
              <a:buNone/>
              <a:defRPr sz="18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 xmlns:a="http://schemas.openxmlformats.org/drawingml/2006/main"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/>
              <a:t>Untert</a:t>
            </a:r>
            <a:r>
              <a:rPr sz="1800"/>
              <a:t>itel durch Klicken bearbeiten</a:t>
            </a:r>
          </a:p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1_zwei Inhal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0C487978-2D99-4BA3-97DA-E517FC329D47}"/>
              </a:ext>
            </a:extLst>
          </p:cNvPr>
          <p:cNvSpPr>
            <a:spLocks xmlns:a="http://schemas.openxmlformats.org/drawingml/2006/main" noGrp="1"/>
          </p:cNvSpPr>
          <p:nvPr>
            <p:ph idx="14" hasCustomPrompt="1"/>
          </p:nvPr>
        </p:nvSpPr>
        <p:spPr>
          <a:xfrm xmlns:a="http://schemas.openxmlformats.org/drawingml/2006/main">
            <a:off x="311162" y="1222524"/>
            <a:ext cx="4180910" cy="3475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ct val="114000"/>
              </a:lnSpc>
              <a:buNone/>
              <a:defRPr sz="1400"/>
            </a:lvl1pPr>
            <a:lvl2pPr>
              <a:lnSpc>
                <a:spcPct val="114000"/>
              </a:lnSpc>
              <a:buNone/>
              <a:defRPr sz="1400"/>
            </a:lvl2pPr>
            <a:lvl3pPr>
              <a:buNone/>
              <a:defRPr sz="1400"/>
            </a:lvl3pPr>
          </a:lstStyle>
          <a:p xmlns:a="http://schemas.openxmlformats.org/drawingml/2006/main">
            <a:pPr>
              <a:buNone/>
            </a:pPr>
            <a:r>
              <a:t>Inhalt durch Klicken bearbeiten</a:t>
            </a:r>
          </a:p>
          <a:p xmlns:a="http://schemas.openxmlformats.org/drawingml/2006/main">
            <a:pPr>
              <a:buNone/>
            </a:pPr>
            <a:r>
              <a:t>Zweite Ebene</a:t>
            </a:r>
          </a:p>
          <a:p xmlns:a="http://schemas.openxmlformats.org/drawingml/2006/main">
            <a:pPr>
              <a:buNone/>
            </a:pPr>
            <a:r>
              <a:t>Dritte Ebene</a:t>
            </a:r>
          </a:p>
        </p:txBody>
      </p:sp>
      <p:sp>
        <p:nvSpPr>
          <p:cNvPr id="13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EDB22EBB-1103-4F03-9658-96E2CC3B21CC}"/>
              </a:ext>
            </a:extLst>
          </p:cNvPr>
          <p:cNvSpPr>
            <a:spLocks xmlns:a="http://schemas.openxmlformats.org/drawingml/2006/main" noGrp="1"/>
          </p:cNvSpPr>
          <p:nvPr>
            <p:ph idx="15" hasCustomPrompt="1"/>
          </p:nvPr>
        </p:nvSpPr>
        <p:spPr>
          <a:xfrm xmlns:a="http://schemas.openxmlformats.org/drawingml/2006/main">
            <a:off x="4647179" y="1222524"/>
            <a:ext cx="4180910" cy="3475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ct val="114000"/>
              </a:lnSpc>
              <a:buNone/>
              <a:defRPr sz="1400"/>
            </a:lvl1pPr>
            <a:lvl2pPr>
              <a:lnSpc>
                <a:spcPct val="114000"/>
              </a:lnSpc>
              <a:buNone/>
              <a:defRPr sz="1400"/>
            </a:lvl2pPr>
            <a:lvl3pPr>
              <a:buNone/>
              <a:defRPr sz="1400"/>
            </a:lvl3pPr>
          </a:lstStyle>
          <a:p xmlns:a="http://schemas.openxmlformats.org/drawingml/2006/main">
            <a:pPr>
              <a:buNone/>
            </a:pPr>
            <a:r>
              <a:t>Inhalt durch Klicken bearbeiten</a:t>
            </a:r>
          </a:p>
          <a:p xmlns:a="http://schemas.openxmlformats.org/drawingml/2006/main">
            <a:pPr>
              <a:buNone/>
            </a:pPr>
            <a:r>
              <a:t>Zweite Ebene</a:t>
            </a:r>
          </a:p>
          <a:p xmlns:a="http://schemas.openxmlformats.org/drawingml/2006/main">
            <a:pPr>
              <a:buNone/>
            </a:pPr>
            <a:r>
              <a:t>Dritte Ebene</a:t>
            </a:r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0B33DE64-8FA8-4FF0-9E9A-B4CCDB6B0CA4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58CB1E-F828-4F11-99E0-327109AF9DA4}" type="slidenum">
              <a:t>‹#›</a:t>
            </a:fld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81CEED1D-ADB4-47EA-A524-FC93B6480EBC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Dr. rer. nat. Erika Mustermann (TUM) | kann beliebig erweitert werden | Infos mit Strich trennen</a:t>
            </a:r>
          </a:p>
        </p:txBody>
      </p:sp>
      <p:sp>
        <p:nvSpPr>
          <p:cNvPr id="7" name="Titel 1">
            <a:extLst xmlns:a="http://schemas.openxmlformats.org/drawingml/2006/main">
              <a:ext uri="{FF2B5EF4-FFF2-40B4-BE49-F238E27FC236}">
                <a16:creationId xmlns:a16="http://schemas.microsoft.com/office/drawing/2014/main" id="{C820FC66-B1DF-47A9-8103-CDCC8883639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162" y="293460"/>
            <a:ext cx="8508999" cy="380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>
              <a:lnSpc>
                <a:spcPts val="3200"/>
              </a:lnSpc>
              <a:buNone/>
              <a:defRPr sz="25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Titel durch Klicken bearbeiten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Zwei Inhalt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platzhalter 7">
            <a:extLst xmlns:a="http://schemas.openxmlformats.org/drawingml/2006/main">
              <a:ext uri="{FF2B5EF4-FFF2-40B4-BE49-F238E27FC236}">
                <a16:creationId xmlns:a16="http://schemas.microsoft.com/office/drawing/2014/main" id="{349C9AB4-42BC-4876-84C1-D1CA98B60EC6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19090" y="1222524"/>
            <a:ext cx="8508999" cy="495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ct val="114000"/>
              </a:lnSpc>
              <a:buNone/>
              <a:defRPr sz="1400"/>
            </a:lvl1pPr>
          </a:lstStyle>
          <a:p xmlns:a="http://schemas.openxmlformats.org/drawingml/2006/main">
            <a:pPr>
              <a:buNone/>
            </a:pPr>
            <a:r>
              <a:t>Inhalt durch Klicken bearbeiten</a:t>
            </a:r>
          </a:p>
        </p:txBody>
      </p:sp>
      <p:sp>
        <p:nvSpPr>
          <p:cNvPr id="7" name="Foliennummernplatzhalter 6">
            <a:extLst xmlns:a="http://schemas.openxmlformats.org/drawingml/2006/main">
              <a:ext uri="{FF2B5EF4-FFF2-40B4-BE49-F238E27FC236}">
                <a16:creationId xmlns:a16="http://schemas.microsoft.com/office/drawing/2014/main" id="{D3D5B76D-D201-4FEE-A402-A624CA38433B}"/>
              </a:ext>
            </a:extLst>
          </p:cNvPr>
          <p:cNvSpPr>
            <a:spLocks xmlns:a="http://schemas.openxmlformats.org/drawingml/2006/main" noGrp="1"/>
          </p:cNvSpPr>
          <p:nvPr>
            <p:ph type="sldNum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58CB1E-F828-4F11-99E0-327109AF9DA4}" type="slidenum">
              <a:t>‹#›</a:t>
            </a:fld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41EA85AE-510A-459A-99BC-E73F2ECB8DDE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Dr. rer. nat. Erika Mustermann (TUM) | kann beliebig erweitert werden | Infos mit Strich trennen</a:t>
            </a:r>
          </a:p>
        </p:txBody>
      </p:sp>
      <p:sp>
        <p:nvSpPr>
          <p:cNvPr id="8" name="Inhaltsplatzhalter 9">
            <a:extLst xmlns:a="http://schemas.openxmlformats.org/drawingml/2006/main">
              <a:ext uri="{FF2B5EF4-FFF2-40B4-BE49-F238E27FC236}">
                <a16:creationId xmlns:a16="http://schemas.microsoft.com/office/drawing/2014/main" id="{706B941C-23B2-4855-B55D-9652B41CB359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316992" y="1771076"/>
            <a:ext cx="4188333" cy="292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rIns="0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/>
            </a:lvl2pPr>
            <a:lvl3pPr>
              <a:buNone/>
              <a:defRPr sz="1400"/>
            </a:lvl3pPr>
          </a:lstStyle>
          <a:p xmlns:a="http://schemas.openxmlformats.org/drawingml/2006/main">
            <a:pPr>
              <a:buNone/>
            </a:pPr>
            <a:r>
              <a:t>Textmasterformate durch Klicken bearbeiten</a:t>
            </a:r>
          </a:p>
          <a:p xmlns:a="http://schemas.openxmlformats.org/drawingml/2006/main">
            <a:pPr>
              <a:buNone/>
            </a:pPr>
            <a:r>
              <a:t>Zweite Ebene</a:t>
            </a:r>
          </a:p>
          <a:p xmlns:a="http://schemas.openxmlformats.org/drawingml/2006/main">
            <a:pPr>
              <a:buNone/>
            </a:pPr>
            <a:r>
              <a:t>Dritte Ebene</a:t>
            </a:r>
          </a:p>
        </p:txBody>
      </p:sp>
      <p:sp>
        <p:nvSpPr>
          <p:cNvPr id="11" name="Bildplatzhalter 2">
            <a:extLst xmlns:a="http://schemas.openxmlformats.org/drawingml/2006/main">
              <a:ext uri="{FF2B5EF4-FFF2-40B4-BE49-F238E27FC236}">
                <a16:creationId xmlns:a16="http://schemas.microsoft.com/office/drawing/2014/main" id="{8BDB3539-B816-4610-B008-2A66A1DBD407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4638677" y="1771077"/>
            <a:ext cx="4180392" cy="292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14000"/>
              </a:lnSpc>
              <a:buNone/>
              <a:defRPr sz="1400"/>
            </a:lvl1pPr>
          </a:lstStyle>
          <a:p xmlns:a="http://schemas.openxmlformats.org/drawingml/2006/main"/>
        </p:txBody>
      </p:sp>
      <p:sp>
        <p:nvSpPr>
          <p:cNvPr id="15" name="Titel 1">
            <a:extLst xmlns:a="http://schemas.openxmlformats.org/drawingml/2006/main">
              <a:ext uri="{FF2B5EF4-FFF2-40B4-BE49-F238E27FC236}">
                <a16:creationId xmlns:a16="http://schemas.microsoft.com/office/drawing/2014/main" id="{82BEFDB1-C0BE-4875-BD7E-86FDD31F7CD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162" y="293460"/>
            <a:ext cx="8508999" cy="380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>
              <a:lnSpc>
                <a:spcPts val="3200"/>
              </a:lnSpc>
              <a:buNone/>
              <a:defRPr sz="25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Titel durch Klicken bearbeiten</a:t>
            </a:r>
          </a:p>
        </p:txBody>
      </p:sp>
      <p:sp>
        <p:nvSpPr>
          <p:cNvPr id="2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9AEF4677-339F-8CA2-B0ED-473D9EA817FC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311161" y="684430"/>
            <a:ext cx="8508999" cy="3214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93600" rIns="0" bIns="0"/>
          <a:lstStyle xmlns:a="http://schemas.openxmlformats.org/drawingml/2006/main">
            <a:lvl1pPr marL="0" indent="0" algn="l">
              <a:lnSpc>
                <a:spcPts val="1800"/>
              </a:lnSpc>
              <a:spcBef>
                <a:spcPts val="600"/>
              </a:spcBef>
              <a:buNone/>
              <a:defRPr sz="18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 xmlns:a="http://schemas.openxmlformats.org/drawingml/2006/main"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/>
              <a:t>Untert</a:t>
            </a:r>
            <a:r>
              <a:rPr sz="1800"/>
              <a:t>itel durch Klicken bearbeiten</a:t>
            </a:r>
          </a:p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1_Zwei Inhalt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platzhalter 7">
            <a:extLst xmlns:a="http://schemas.openxmlformats.org/drawingml/2006/main">
              <a:ext uri="{FF2B5EF4-FFF2-40B4-BE49-F238E27FC236}">
                <a16:creationId xmlns:a16="http://schemas.microsoft.com/office/drawing/2014/main" id="{495BB896-DF84-4227-BF48-674128686108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19090" y="1222524"/>
            <a:ext cx="8508999" cy="495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ct val="114000"/>
              </a:lnSpc>
              <a:buNone/>
              <a:defRPr sz="1400"/>
            </a:lvl1pPr>
          </a:lstStyle>
          <a:p xmlns:a="http://schemas.openxmlformats.org/drawingml/2006/main">
            <a:pPr>
              <a:buNone/>
            </a:pPr>
            <a:r>
              <a:t>Inhalt durch Klicken bearbeiten</a:t>
            </a:r>
          </a:p>
        </p:txBody>
      </p:sp>
      <p:sp>
        <p:nvSpPr>
          <p:cNvPr id="7" name="Foliennummernplatzhalter 6">
            <a:extLst xmlns:a="http://schemas.openxmlformats.org/drawingml/2006/main">
              <a:ext uri="{FF2B5EF4-FFF2-40B4-BE49-F238E27FC236}">
                <a16:creationId xmlns:a16="http://schemas.microsoft.com/office/drawing/2014/main" id="{48D6844B-C385-435B-8335-C88915E217AF}"/>
              </a:ext>
            </a:extLst>
          </p:cNvPr>
          <p:cNvSpPr>
            <a:spLocks xmlns:a="http://schemas.openxmlformats.org/drawingml/2006/main" noGrp="1"/>
          </p:cNvSpPr>
          <p:nvPr>
            <p:ph type="sldNum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58CB1E-F828-4F11-99E0-327109AF9DA4}" type="slidenum">
              <a:t>‹#›</a:t>
            </a:fld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E88628A8-D405-43C0-A855-1C68040353A6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Dr. rer. nat. Erika Mustermann (TUM) | kann beliebig erweitert werden | Infos mit Strich trennen</a:t>
            </a:r>
          </a:p>
        </p:txBody>
      </p:sp>
      <p:sp>
        <p:nvSpPr>
          <p:cNvPr id="8" name="Inhaltsplatzhalter 9">
            <a:extLst xmlns:a="http://schemas.openxmlformats.org/drawingml/2006/main">
              <a:ext uri="{FF2B5EF4-FFF2-40B4-BE49-F238E27FC236}">
                <a16:creationId xmlns:a16="http://schemas.microsoft.com/office/drawing/2014/main" id="{04DECFEA-1740-40EC-B246-1782A0DD1AF1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316992" y="1771076"/>
            <a:ext cx="4188333" cy="292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rIns="0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/>
            </a:lvl2pPr>
            <a:lvl3pPr>
              <a:buNone/>
              <a:defRPr sz="1400"/>
            </a:lvl3pPr>
          </a:lstStyle>
          <a:p xmlns:a="http://schemas.openxmlformats.org/drawingml/2006/main">
            <a:pPr>
              <a:buNone/>
            </a:pPr>
            <a:r>
              <a:t>Textmasterformate durch Klicken bearbeiten</a:t>
            </a:r>
          </a:p>
          <a:p xmlns:a="http://schemas.openxmlformats.org/drawingml/2006/main">
            <a:pPr>
              <a:buNone/>
            </a:pPr>
            <a:r>
              <a:t>Zweite Ebene</a:t>
            </a:r>
          </a:p>
          <a:p xmlns:a="http://schemas.openxmlformats.org/drawingml/2006/main">
            <a:pPr>
              <a:buNone/>
            </a:pPr>
            <a:r>
              <a:t>Dritte Ebene</a:t>
            </a:r>
          </a:p>
        </p:txBody>
      </p:sp>
      <p:sp>
        <p:nvSpPr>
          <p:cNvPr id="11" name="Bildplatzhalter 2">
            <a:extLst xmlns:a="http://schemas.openxmlformats.org/drawingml/2006/main">
              <a:ext uri="{FF2B5EF4-FFF2-40B4-BE49-F238E27FC236}">
                <a16:creationId xmlns:a16="http://schemas.microsoft.com/office/drawing/2014/main" id="{E40B3265-AB26-47F6-80EC-485DFB635F3A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4638677" y="1771077"/>
            <a:ext cx="4180392" cy="292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14000"/>
              </a:lnSpc>
              <a:buNone/>
              <a:defRPr sz="1400"/>
            </a:lvl1pPr>
          </a:lstStyle>
          <a:p xmlns:a="http://schemas.openxmlformats.org/drawingml/2006/main"/>
        </p:txBody>
      </p:sp>
      <p:sp>
        <p:nvSpPr>
          <p:cNvPr id="15" name="Titel 1">
            <a:extLst xmlns:a="http://schemas.openxmlformats.org/drawingml/2006/main">
              <a:ext uri="{FF2B5EF4-FFF2-40B4-BE49-F238E27FC236}">
                <a16:creationId xmlns:a16="http://schemas.microsoft.com/office/drawing/2014/main" id="{82BEFDB1-C0BE-4875-BD7E-86FDD31F7CD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162" y="293460"/>
            <a:ext cx="8508999" cy="380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>
              <a:lnSpc>
                <a:spcPts val="3200"/>
              </a:lnSpc>
              <a:buNone/>
              <a:defRPr sz="25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Titel durch Klicken bearbeiten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Zwei Inhalte + Text (Hintergrund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7614EC11-A042-4342-A5CB-CE3ABA22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52650"/>
            <a:ext cx="91440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r">
              <a:buNone/>
            </a:pPr>
          </a:p>
        </p:txBody>
      </p:sp>
      <p:sp>
        <p:nvSpPr>
          <p:cNvPr id="7" name="Foliennummernplatzhalter 6">
            <a:extLst xmlns:a="http://schemas.openxmlformats.org/drawingml/2006/main">
              <a:ext uri="{FF2B5EF4-FFF2-40B4-BE49-F238E27FC236}">
                <a16:creationId xmlns:a16="http://schemas.microsoft.com/office/drawing/2014/main" id="{B1A28750-E781-4948-B211-90F7218125EC}"/>
              </a:ext>
            </a:extLst>
          </p:cNvPr>
          <p:cNvSpPr>
            <a:spLocks xmlns:a="http://schemas.openxmlformats.org/drawingml/2006/main" noGrp="1"/>
          </p:cNvSpPr>
          <p:nvPr>
            <p:ph type="sldNum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58CB1E-F828-4F11-99E0-327109AF9DA4}" type="slidenum">
              <a:t>‹#›</a:t>
            </a:fld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1C1820C0-D5EC-49E3-978F-5857FDF8713D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Dr. rer. nat. Erika Mustermann (TUM) | kann beliebig erweitert werden | Infos mit Strich trennen</a:t>
            </a:r>
          </a:p>
        </p:txBody>
      </p:sp>
      <p:sp>
        <p:nvSpPr>
          <p:cNvPr id="8" name="Inhaltsplatzhalter 9">
            <a:extLst xmlns:a="http://schemas.openxmlformats.org/drawingml/2006/main">
              <a:ext uri="{FF2B5EF4-FFF2-40B4-BE49-F238E27FC236}">
                <a16:creationId xmlns:a16="http://schemas.microsoft.com/office/drawing/2014/main" id="{9BB51670-3623-4E7A-8BB4-D19E6F3E0939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316992" y="1771076"/>
            <a:ext cx="4197858" cy="29342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rIns="0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/>
            </a:lvl2pPr>
            <a:lvl3pPr>
              <a:buNone/>
              <a:defRPr sz="1400"/>
            </a:lvl3pPr>
          </a:lstStyle>
          <a:p xmlns:a="http://schemas.openxmlformats.org/drawingml/2006/main">
            <a:pPr>
              <a:buNone/>
            </a:pPr>
            <a:r>
              <a:t>Textmasterformate durch Klicken bearbeiten</a:t>
            </a:r>
          </a:p>
          <a:p xmlns:a="http://schemas.openxmlformats.org/drawingml/2006/main">
            <a:pPr>
              <a:buNone/>
            </a:pPr>
            <a:r>
              <a:t>Zweite Ebene</a:t>
            </a:r>
          </a:p>
          <a:p xmlns:a="http://schemas.openxmlformats.org/drawingml/2006/main">
            <a:pPr>
              <a:buNone/>
            </a:pPr>
            <a:r>
              <a:t>Dritte Ebene</a:t>
            </a:r>
          </a:p>
        </p:txBody>
      </p:sp>
      <p:sp>
        <p:nvSpPr>
          <p:cNvPr id="11" name="Bildplatzhalter 2">
            <a:extLst xmlns:a="http://schemas.openxmlformats.org/drawingml/2006/main">
              <a:ext uri="{FF2B5EF4-FFF2-40B4-BE49-F238E27FC236}">
                <a16:creationId xmlns:a16="http://schemas.microsoft.com/office/drawing/2014/main" id="{A69F8112-E76D-49BD-9F4A-1D73B1DFB04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4648200" y="1771076"/>
            <a:ext cx="4180392" cy="2915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14000"/>
              </a:lnSpc>
              <a:buNone/>
              <a:defRPr sz="1400"/>
            </a:lvl1pPr>
          </a:lstStyle>
          <a:p xmlns:a="http://schemas.openxmlformats.org/drawingml/2006/main"/>
        </p:txBody>
      </p:sp>
      <p:sp>
        <p:nvSpPr>
          <p:cNvPr id="10" name="Textplatzhalter 7">
            <a:extLst xmlns:a="http://schemas.openxmlformats.org/drawingml/2006/main">
              <a:ext uri="{FF2B5EF4-FFF2-40B4-BE49-F238E27FC236}">
                <a16:creationId xmlns:a16="http://schemas.microsoft.com/office/drawing/2014/main" id="{01E6D905-F7CE-4A9C-81D1-A60B947869C4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319090" y="1222524"/>
            <a:ext cx="8508999" cy="495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ct val="114000"/>
              </a:lnSpc>
              <a:buNone/>
              <a:defRPr sz="1400"/>
            </a:lvl1pPr>
          </a:lstStyle>
          <a:p xmlns:a="http://schemas.openxmlformats.org/drawingml/2006/main">
            <a:pPr>
              <a:buNone/>
            </a:pPr>
            <a:r>
              <a:t>Inhalt durch Klicken bearbeiten</a:t>
            </a:r>
          </a:p>
        </p:txBody>
      </p:sp>
      <p:sp>
        <p:nvSpPr>
          <p:cNvPr id="15" name="Titel 1">
            <a:extLst xmlns:a="http://schemas.openxmlformats.org/drawingml/2006/main">
              <a:ext uri="{FF2B5EF4-FFF2-40B4-BE49-F238E27FC236}">
                <a16:creationId xmlns:a16="http://schemas.microsoft.com/office/drawing/2014/main" id="{D4303ED8-136B-40E2-A690-FE4668647E7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162" y="293460"/>
            <a:ext cx="8508999" cy="380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>
              <a:lnSpc>
                <a:spcPts val="3200"/>
              </a:lnSpc>
              <a:buNone/>
              <a:defRPr sz="25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Titel durch Klicken bearbeiten</a:t>
            </a:r>
          </a:p>
        </p:txBody>
      </p:sp>
      <p:sp>
        <p:nvSpPr>
          <p:cNvPr id="2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B396E02D-F2E0-1B1F-A258-256C442E5359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311161" y="684430"/>
            <a:ext cx="8508999" cy="3214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93600" rIns="0" bIns="0"/>
          <a:lstStyle xmlns:a="http://schemas.openxmlformats.org/drawingml/2006/main">
            <a:lvl1pPr marL="0" indent="0" algn="l">
              <a:lnSpc>
                <a:spcPts val="1800"/>
              </a:lnSpc>
              <a:spcBef>
                <a:spcPts val="600"/>
              </a:spcBef>
              <a:buNone/>
              <a:defRPr sz="18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 xmlns:a="http://schemas.openxmlformats.org/drawingml/2006/main"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/>
              <a:t>Untert</a:t>
            </a:r>
            <a:r>
              <a:rPr sz="1800"/>
              <a:t>itel durch Klicken bearbeiten</a:t>
            </a:r>
          </a:p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21.xml><?xml version="1.0" encoding="utf-8"?>
<p:sldLayout xmlns:p="http://schemas.openxmlformats.org/presentationml/2006/main" preserve="1" userDrawn="1">
  <p:cSld name="1_Zwei Inhalte + Text (Hintergrund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6B04B78B-AB3E-4B73-9278-4811796A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71076"/>
            <a:ext cx="9144000" cy="337242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r">
              <a:buNone/>
            </a:pPr>
          </a:p>
        </p:txBody>
      </p:sp>
      <p:sp>
        <p:nvSpPr>
          <p:cNvPr id="7" name="Foliennummernplatzhalter 6">
            <a:extLst xmlns:a="http://schemas.openxmlformats.org/drawingml/2006/main">
              <a:ext uri="{FF2B5EF4-FFF2-40B4-BE49-F238E27FC236}">
                <a16:creationId xmlns:a16="http://schemas.microsoft.com/office/drawing/2014/main" id="{73195A0A-FFAD-4C28-8A7A-5B4810549F9F}"/>
              </a:ext>
            </a:extLst>
          </p:cNvPr>
          <p:cNvSpPr>
            <a:spLocks xmlns:a="http://schemas.openxmlformats.org/drawingml/2006/main" noGrp="1"/>
          </p:cNvSpPr>
          <p:nvPr>
            <p:ph type="sldNum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58CB1E-F828-4F11-99E0-327109AF9DA4}" type="slidenum">
              <a:t>‹#›</a:t>
            </a:fld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E0E6FAC7-9AE9-4AE2-9B90-D10C7A86E0F8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Dr. rer. nat. Erika Mustermann (TUM) | kann beliebig erweitert werden | Infos mit Strich trennen</a:t>
            </a:r>
          </a:p>
        </p:txBody>
      </p:sp>
      <p:sp>
        <p:nvSpPr>
          <p:cNvPr id="8" name="Inhaltsplatzhalter 9">
            <a:extLst xmlns:a="http://schemas.openxmlformats.org/drawingml/2006/main">
              <a:ext uri="{FF2B5EF4-FFF2-40B4-BE49-F238E27FC236}">
                <a16:creationId xmlns:a16="http://schemas.microsoft.com/office/drawing/2014/main" id="{D3710DE9-2E1F-4505-87AF-DCAEC39F7AC1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316992" y="1771076"/>
            <a:ext cx="4197858" cy="29342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rIns="0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/>
            </a:lvl2pPr>
            <a:lvl3pPr>
              <a:buNone/>
              <a:defRPr sz="1400"/>
            </a:lvl3pPr>
          </a:lstStyle>
          <a:p xmlns:a="http://schemas.openxmlformats.org/drawingml/2006/main">
            <a:pPr>
              <a:buNone/>
            </a:pPr>
            <a:r>
              <a:t>Textmasterformate durch Klicken bearbeiten</a:t>
            </a:r>
          </a:p>
          <a:p xmlns:a="http://schemas.openxmlformats.org/drawingml/2006/main">
            <a:pPr>
              <a:buNone/>
            </a:pPr>
            <a:r>
              <a:t>Zweite Ebene</a:t>
            </a:r>
          </a:p>
          <a:p xmlns:a="http://schemas.openxmlformats.org/drawingml/2006/main">
            <a:pPr>
              <a:buNone/>
            </a:pPr>
            <a:r>
              <a:t>Dritte Ebene</a:t>
            </a:r>
          </a:p>
        </p:txBody>
      </p:sp>
      <p:sp>
        <p:nvSpPr>
          <p:cNvPr id="11" name="Bildplatzhalter 2">
            <a:extLst xmlns:a="http://schemas.openxmlformats.org/drawingml/2006/main">
              <a:ext uri="{FF2B5EF4-FFF2-40B4-BE49-F238E27FC236}">
                <a16:creationId xmlns:a16="http://schemas.microsoft.com/office/drawing/2014/main" id="{B6A9E4CB-AA1D-4C10-8D48-1B05F3E769FA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4648200" y="1771076"/>
            <a:ext cx="4180392" cy="2915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14000"/>
              </a:lnSpc>
              <a:buNone/>
              <a:defRPr sz="1400"/>
            </a:lvl1pPr>
          </a:lstStyle>
          <a:p xmlns:a="http://schemas.openxmlformats.org/drawingml/2006/main"/>
        </p:txBody>
      </p:sp>
      <p:sp>
        <p:nvSpPr>
          <p:cNvPr id="10" name="Textplatzhalter 7">
            <a:extLst xmlns:a="http://schemas.openxmlformats.org/drawingml/2006/main">
              <a:ext uri="{FF2B5EF4-FFF2-40B4-BE49-F238E27FC236}">
                <a16:creationId xmlns:a16="http://schemas.microsoft.com/office/drawing/2014/main" id="{736A49E1-7ECF-449A-93EB-EF5F2292C9E8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319090" y="1222524"/>
            <a:ext cx="8508999" cy="495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ct val="114000"/>
              </a:lnSpc>
              <a:buNone/>
              <a:defRPr sz="1400"/>
            </a:lvl1pPr>
          </a:lstStyle>
          <a:p xmlns:a="http://schemas.openxmlformats.org/drawingml/2006/main">
            <a:pPr>
              <a:buNone/>
            </a:pPr>
            <a:r>
              <a:t>Inhalt durch Klicken bearbeiten</a:t>
            </a:r>
          </a:p>
        </p:txBody>
      </p:sp>
      <p:sp>
        <p:nvSpPr>
          <p:cNvPr id="15" name="Titel 1">
            <a:extLst xmlns:a="http://schemas.openxmlformats.org/drawingml/2006/main">
              <a:ext uri="{FF2B5EF4-FFF2-40B4-BE49-F238E27FC236}">
                <a16:creationId xmlns:a16="http://schemas.microsoft.com/office/drawing/2014/main" id="{D4303ED8-136B-40E2-A690-FE4668647E7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162" y="293460"/>
            <a:ext cx="8508999" cy="380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>
              <a:lnSpc>
                <a:spcPts val="3200"/>
              </a:lnSpc>
              <a:buNone/>
              <a:defRPr sz="25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Titel durch Klicken bearbeiten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große Bil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liennummernplatzhalter 6">
            <a:extLst xmlns:a="http://schemas.openxmlformats.org/drawingml/2006/main">
              <a:ext uri="{FF2B5EF4-FFF2-40B4-BE49-F238E27FC236}">
                <a16:creationId xmlns:a16="http://schemas.microsoft.com/office/drawing/2014/main" id="{68E83F5A-F501-4789-B1B1-A05416B22F95}"/>
              </a:ext>
            </a:extLst>
          </p:cNvPr>
          <p:cNvSpPr>
            <a:spLocks xmlns:a="http://schemas.openxmlformats.org/drawingml/2006/main" noGrp="1"/>
          </p:cNvSpPr>
          <p:nvPr>
            <p:ph type="sldNum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58CB1E-F828-4F11-99E0-327109AF9DA4}" type="slidenum">
              <a:t>‹#›</a:t>
            </a:fld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1F02D1F3-637C-4A16-AA38-37BFCC21E618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Dr. rer. nat. Erika Mustermann (TUM) | kann beliebig erweitert werden | Infos mit Strich trennen</a:t>
            </a:r>
          </a:p>
        </p:txBody>
      </p:sp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C84DA204-2EAE-4FFF-A1AD-907D9E4541FD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0" y="1771076"/>
            <a:ext cx="9144000" cy="33673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/>
        </p:txBody>
      </p:sp>
      <p:sp>
        <p:nvSpPr>
          <p:cNvPr id="8" name="Textplatzhalter 7">
            <a:extLst xmlns:a="http://schemas.openxmlformats.org/drawingml/2006/main">
              <a:ext uri="{FF2B5EF4-FFF2-40B4-BE49-F238E27FC236}">
                <a16:creationId xmlns:a16="http://schemas.microsoft.com/office/drawing/2014/main" id="{9C3C520A-4CC4-4A5B-8F17-B00F35C85C5F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319090" y="1222524"/>
            <a:ext cx="8508999" cy="495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ct val="114000"/>
              </a:lnSpc>
              <a:buNone/>
              <a:defRPr sz="1400"/>
            </a:lvl1pPr>
          </a:lstStyle>
          <a:p xmlns:a="http://schemas.openxmlformats.org/drawingml/2006/main">
            <a:pPr>
              <a:buNone/>
            </a:pPr>
            <a:r>
              <a:t>Inhalt durch Klicken bearbeiten</a:t>
            </a:r>
          </a:p>
        </p:txBody>
      </p:sp>
      <p:sp>
        <p:nvSpPr>
          <p:cNvPr id="10" name="Titel 1">
            <a:extLst xmlns:a="http://schemas.openxmlformats.org/drawingml/2006/main">
              <a:ext uri="{FF2B5EF4-FFF2-40B4-BE49-F238E27FC236}">
                <a16:creationId xmlns:a16="http://schemas.microsoft.com/office/drawing/2014/main" id="{B1164939-4755-42C9-9079-2B5AE284E2E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162" y="293460"/>
            <a:ext cx="8508999" cy="380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>
              <a:lnSpc>
                <a:spcPts val="3200"/>
              </a:lnSpc>
              <a:buNone/>
              <a:defRPr sz="25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Titel durch Klicken bearbeiten</a:t>
            </a:r>
          </a:p>
        </p:txBody>
      </p:sp>
      <p:sp>
        <p:nvSpPr>
          <p:cNvPr id="2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5FE9A9B3-89BF-F3DC-FA80-DEDD36A47285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11161" y="684430"/>
            <a:ext cx="8508999" cy="3214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93600" rIns="0" bIns="0"/>
          <a:lstStyle xmlns:a="http://schemas.openxmlformats.org/drawingml/2006/main">
            <a:lvl1pPr marL="0" indent="0" algn="l">
              <a:lnSpc>
                <a:spcPts val="1800"/>
              </a:lnSpc>
              <a:spcBef>
                <a:spcPts val="600"/>
              </a:spcBef>
              <a:buNone/>
              <a:defRPr sz="18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 xmlns:a="http://schemas.openxmlformats.org/drawingml/2006/main"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/>
              <a:t>Untert</a:t>
            </a:r>
            <a:r>
              <a:rPr sz="1800"/>
              <a:t>itel durch Klicken bearbeiten</a:t>
            </a:r>
          </a:p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23.xml><?xml version="1.0" encoding="utf-8"?>
<p:sldLayout xmlns:p="http://schemas.openxmlformats.org/presentationml/2006/main" preserve="1" userDrawn="1">
  <p:cSld name="1_große Bil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liennummernplatzhalter 6">
            <a:extLst xmlns:a="http://schemas.openxmlformats.org/drawingml/2006/main">
              <a:ext uri="{FF2B5EF4-FFF2-40B4-BE49-F238E27FC236}">
                <a16:creationId xmlns:a16="http://schemas.microsoft.com/office/drawing/2014/main" id="{DA25F5F0-3353-45DD-A9D5-13E881347EB7}"/>
              </a:ext>
            </a:extLst>
          </p:cNvPr>
          <p:cNvSpPr>
            <a:spLocks xmlns:a="http://schemas.openxmlformats.org/drawingml/2006/main" noGrp="1"/>
          </p:cNvSpPr>
          <p:nvPr>
            <p:ph type="sldNum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58CB1E-F828-4F11-99E0-327109AF9DA4}" type="slidenum">
              <a:t>‹#›</a:t>
            </a:fld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C27C89DD-21BC-4B53-831A-7C0F24987E7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Dr. rer. nat. Erika Mustermann (TUM) | kann beliebig erweitert werden | Infos mit Strich trennen</a:t>
            </a:r>
          </a:p>
        </p:txBody>
      </p:sp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8837161C-323D-4C4C-9978-F2CB5306073B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0" y="1771076"/>
            <a:ext cx="9144000" cy="33673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/>
        </p:txBody>
      </p:sp>
      <p:sp>
        <p:nvSpPr>
          <p:cNvPr id="8" name="Textplatzhalter 7">
            <a:extLst xmlns:a="http://schemas.openxmlformats.org/drawingml/2006/main">
              <a:ext uri="{FF2B5EF4-FFF2-40B4-BE49-F238E27FC236}">
                <a16:creationId xmlns:a16="http://schemas.microsoft.com/office/drawing/2014/main" id="{58D3D7BA-4B4A-41B0-8BD8-2C236972B559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319090" y="1222524"/>
            <a:ext cx="8508999" cy="495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ct val="114000"/>
              </a:lnSpc>
              <a:buNone/>
              <a:defRPr sz="1400"/>
            </a:lvl1pPr>
          </a:lstStyle>
          <a:p xmlns:a="http://schemas.openxmlformats.org/drawingml/2006/main">
            <a:pPr>
              <a:buNone/>
            </a:pPr>
            <a:r>
              <a:t>Inhalt durch Klicken bearbeiten</a:t>
            </a:r>
          </a:p>
        </p:txBody>
      </p:sp>
      <p:sp>
        <p:nvSpPr>
          <p:cNvPr id="10" name="Titel 1">
            <a:extLst xmlns:a="http://schemas.openxmlformats.org/drawingml/2006/main">
              <a:ext uri="{FF2B5EF4-FFF2-40B4-BE49-F238E27FC236}">
                <a16:creationId xmlns:a16="http://schemas.microsoft.com/office/drawing/2014/main" id="{B1164939-4755-42C9-9079-2B5AE284E2E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162" y="293460"/>
            <a:ext cx="8508999" cy="380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>
              <a:lnSpc>
                <a:spcPts val="3200"/>
              </a:lnSpc>
              <a:buNone/>
              <a:defRPr sz="25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Titel durch Klicken bearbeiten</a:t>
            </a:r>
          </a:p>
        </p:txBody>
      </p:sp>
    </p:spTree>
  </p:cSld>
</p:sldLayout>
</file>

<file path=ppt/slideLayouts/slideLayout24.xml><?xml version="1.0" encoding="utf-8"?>
<p:sldLayout xmlns:p="http://schemas.openxmlformats.org/presentationml/2006/main" preserve="1" userDrawn="1">
  <p:cSld name="Bilder formatfülle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ldplatzhalter 2">
            <a:extLst xmlns:a="http://schemas.openxmlformats.org/drawingml/2006/main">
              <a:ext uri="{FF2B5EF4-FFF2-40B4-BE49-F238E27FC236}">
                <a16:creationId xmlns:a16="http://schemas.microsoft.com/office/drawing/2014/main" id="{50D3B05C-E0F9-4193-85F8-515A43A62EED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222524"/>
            <a:ext cx="9144000" cy="392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14000"/>
              </a:lnSpc>
              <a:buNone/>
              <a:defRPr sz="1400"/>
            </a:lvl1pPr>
          </a:lstStyle>
          <a:p xmlns:a="http://schemas.openxmlformats.org/drawingml/2006/main"/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FC65015B-E983-43C8-83F4-260B22602956}"/>
              </a:ext>
            </a:extLst>
          </p:cNvPr>
          <p:cNvSpPr>
            <a:spLocks xmlns:a="http://schemas.openxmlformats.org/drawingml/2006/main" noGrp="1"/>
          </p:cNvSpPr>
          <p:nvPr>
            <p:ph type="sldNum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58CB1E-F828-4F11-99E0-327109AF9DA4}" type="slidenum">
              <a:t>‹#›</a:t>
            </a:fld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925BFC70-7828-4AB5-9EF0-5493465B4542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Dr. rer. nat. Erika Mustermann (TUM) | kann beliebig erweitert werden | Infos mit Strich trennen</a:t>
            </a:r>
          </a:p>
        </p:txBody>
      </p:sp>
      <p:sp>
        <p:nvSpPr>
          <p:cNvPr id="14" name="Titel 1">
            <a:extLst xmlns:a="http://schemas.openxmlformats.org/drawingml/2006/main">
              <a:ext uri="{FF2B5EF4-FFF2-40B4-BE49-F238E27FC236}">
                <a16:creationId xmlns:a16="http://schemas.microsoft.com/office/drawing/2014/main" id="{6F6AFFF9-3343-4B1B-8898-C1F255D0316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162" y="293460"/>
            <a:ext cx="8508999" cy="380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>
              <a:lnSpc>
                <a:spcPts val="3200"/>
              </a:lnSpc>
              <a:buNone/>
              <a:defRPr sz="25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Titel durch Klicken bearbeiten</a:t>
            </a:r>
          </a:p>
        </p:txBody>
      </p:sp>
      <p:sp>
        <p:nvSpPr>
          <p:cNvPr id="2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FB6134F2-2761-390F-47D1-C1565FBC87CA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311161" y="684430"/>
            <a:ext cx="8508999" cy="3214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93600" rIns="0" bIns="0"/>
          <a:lstStyle xmlns:a="http://schemas.openxmlformats.org/drawingml/2006/main">
            <a:lvl1pPr marL="0" indent="0" algn="l">
              <a:lnSpc>
                <a:spcPts val="1800"/>
              </a:lnSpc>
              <a:spcBef>
                <a:spcPts val="600"/>
              </a:spcBef>
              <a:buNone/>
              <a:defRPr sz="18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 xmlns:a="http://schemas.openxmlformats.org/drawingml/2006/main"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/>
              <a:t>Untert</a:t>
            </a:r>
            <a:r>
              <a:rPr sz="1800"/>
              <a:t>itel durch Klicken bearbeiten</a:t>
            </a:r>
          </a:p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25.xml><?xml version="1.0" encoding="utf-8"?>
<p:sldLayout xmlns:p="http://schemas.openxmlformats.org/presentationml/2006/main" preserve="1" userDrawn="1">
  <p:cSld name="1_Bilder formatfülle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ldplatzhalter 2">
            <a:extLst xmlns:a="http://schemas.openxmlformats.org/drawingml/2006/main">
              <a:ext uri="{FF2B5EF4-FFF2-40B4-BE49-F238E27FC236}">
                <a16:creationId xmlns:a16="http://schemas.microsoft.com/office/drawing/2014/main" id="{25216346-AD81-4C53-BD4A-82989E92A986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222524"/>
            <a:ext cx="9144000" cy="392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14000"/>
              </a:lnSpc>
              <a:buNone/>
              <a:defRPr sz="1400"/>
            </a:lvl1pPr>
          </a:lstStyle>
          <a:p xmlns:a="http://schemas.openxmlformats.org/drawingml/2006/main"/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C2242E6B-F053-4D86-A91C-216D2F7B06DF}"/>
              </a:ext>
            </a:extLst>
          </p:cNvPr>
          <p:cNvSpPr>
            <a:spLocks xmlns:a="http://schemas.openxmlformats.org/drawingml/2006/main" noGrp="1"/>
          </p:cNvSpPr>
          <p:nvPr>
            <p:ph type="sldNum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58CB1E-F828-4F11-99E0-327109AF9DA4}" type="slidenum">
              <a:t>‹#›</a:t>
            </a:fld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25A5F9C1-E257-4E55-B913-B6525EB18442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Dr. rer. nat. Erika Mustermann (TUM) | kann beliebig erweitert werden | Infos mit Strich trennen</a:t>
            </a:r>
          </a:p>
        </p:txBody>
      </p:sp>
      <p:sp>
        <p:nvSpPr>
          <p:cNvPr id="14" name="Titel 1">
            <a:extLst xmlns:a="http://schemas.openxmlformats.org/drawingml/2006/main">
              <a:ext uri="{FF2B5EF4-FFF2-40B4-BE49-F238E27FC236}">
                <a16:creationId xmlns:a16="http://schemas.microsoft.com/office/drawing/2014/main" id="{6F6AFFF9-3343-4B1B-8898-C1F255D0316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162" y="293460"/>
            <a:ext cx="8508999" cy="380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>
              <a:lnSpc>
                <a:spcPts val="3200"/>
              </a:lnSpc>
              <a:buNone/>
              <a:defRPr sz="25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Titel durch Klicken bearbeiten</a:t>
            </a:r>
          </a:p>
        </p:txBody>
      </p:sp>
    </p:spTree>
  </p:cSld>
</p:sldLayout>
</file>

<file path=ppt/slideLayouts/slideLayout26.xml><?xml version="1.0" encoding="utf-8"?>
<p:sldLayout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el 1">
            <a:extLst xmlns:a="http://schemas.openxmlformats.org/drawingml/2006/main">
              <a:ext uri="{FF2B5EF4-FFF2-40B4-BE49-F238E27FC236}">
                <a16:creationId xmlns:a16="http://schemas.microsoft.com/office/drawing/2014/main" id="{3A152828-FC63-4389-B35F-09DDEDDA6A5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9090" y="972000"/>
            <a:ext cx="8508999" cy="1231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>
              <a:lnSpc>
                <a:spcPts val="3200"/>
              </a:lnSpc>
              <a:buNone/>
              <a:defRPr sz="25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Präsentationsmuster</a:t>
            </a:r>
            <a:br/>
            <a:br/>
            <a:r>
              <a:t>kann auch als </a:t>
            </a:r>
            <a:r>
              <a:t>Kapiteltrenner</a:t>
            </a:r>
            <a:r>
              <a:t> verwendet werden</a:t>
            </a:r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801643E5-AB76-4434-92DC-F796F4CD2935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58CB1E-F828-4F11-99E0-327109AF9DA4}" type="slidenum">
              <a:t>‹#›</a:t>
            </a:fld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F0F7B6D3-1A8D-4EC5-8A91-DF08AE1C6420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Dr. rer. nat. Erika Mustermann (TUM) | kann beliebig erweitert werden | Infos mit Strich trennen</a:t>
            </a:r>
          </a:p>
        </p:txBody>
      </p:sp>
    </p:spTree>
  </p:cSld>
</p:sldLayout>
</file>

<file path=ppt/slideLayouts/slideLayout27.xml><?xml version="1.0" encoding="utf-8"?>
<p:sldLayout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el 1">
            <a:extLst xmlns:a="http://schemas.openxmlformats.org/drawingml/2006/main">
              <a:ext uri="{FF2B5EF4-FFF2-40B4-BE49-F238E27FC236}">
                <a16:creationId xmlns:a16="http://schemas.microsoft.com/office/drawing/2014/main" id="{4A05C10A-79A7-4DBF-AAD0-06984F88B18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9090" y="972000"/>
            <a:ext cx="8508999" cy="1231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>
              <a:lnSpc>
                <a:spcPts val="3200"/>
              </a:lnSpc>
              <a:buNone/>
              <a:defRPr sz="25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Präsentationsmuster</a:t>
            </a:r>
            <a:br/>
            <a:br/>
            <a:r>
              <a:t>kann auch als </a:t>
            </a:r>
            <a:r>
              <a:t>Kapiteltrenner</a:t>
            </a:r>
            <a:r>
              <a:t> verwendet werden</a:t>
            </a:r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25DA1AA8-920E-4A27-ABA1-8632B16DF5EF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CE58CB1E-F828-4F11-99E0-327109AF9DA4}" type="slidenum">
              <a:t>‹#›</a:t>
            </a:fld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98A5BC2F-A025-4A8A-A115-8E8CE82CAC74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Dr. rer. nat. Erika Mustermann (TUM) | kann beliebig erweitert werden | Infos mit Strich trennen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wmf" Id="R23fdc8e6abff4387" /><Relationship Type="http://schemas.openxmlformats.org/officeDocument/2006/relationships/theme" Target="/ppt/slideMasters/theme/theme2.xml" Id="Rb5cc9991ef8249eb" /><Relationship Type="http://schemas.openxmlformats.org/officeDocument/2006/relationships/slideLayout" Target="/ppt/slideLayouts/slideLayout1.xml" Id="R97767a616c7e48f1" /><Relationship Type="http://schemas.openxmlformats.org/officeDocument/2006/relationships/slideLayout" Target="/ppt/slideLayouts/slideLayout2.xml" Id="R041fd9837baa49ba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ac2e44293134314" /><Relationship Type="http://schemas.openxmlformats.org/officeDocument/2006/relationships/slideLayout" Target="/ppt/slideLayouts/slideLayout3.xml" Id="R323a112869854327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image" Target="/ppt/media/image.jpeg" Id="R8b5a2d1878e84f99" /><Relationship Type="http://schemas.openxmlformats.org/officeDocument/2006/relationships/image" Target="/ppt/media/image.emf" Id="Ra37077224ec44488" /><Relationship Type="http://schemas.openxmlformats.org/officeDocument/2006/relationships/theme" Target="/ppt/slideMasters/theme/theme4.xml" Id="R85c5c127bcba4469" /><Relationship Type="http://schemas.openxmlformats.org/officeDocument/2006/relationships/slideLayout" Target="/ppt/slideLayouts/slideLayout4.xml" Id="R69425ce36b984810" /><Relationship Type="http://schemas.openxmlformats.org/officeDocument/2006/relationships/slideLayout" Target="/ppt/slideLayouts/slideLayout5.xml" Id="R2e994c96bac94a10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image" Target="/ppt/media/image.wmf" Id="R07352bc28ab34628" /><Relationship Type="http://schemas.openxmlformats.org/officeDocument/2006/relationships/theme" Target="/ppt/slideMasters/theme/theme5.xml" Id="Receea3ef8ee74c9c" /><Relationship Type="http://schemas.openxmlformats.org/officeDocument/2006/relationships/slideLayout" Target="/ppt/slideLayouts/slideLayout6.xml" Id="R4f1fe410730b4e5e" /><Relationship Type="http://schemas.openxmlformats.org/officeDocument/2006/relationships/slideLayout" Target="/ppt/slideLayouts/slideLayout7.xml" Id="R246c1ec709c14e9f" /></Relationships>
</file>

<file path=ppt/slideMasters/_rels/slideMaster5.xml.rels>&#65279;<?xml version="1.0" encoding="utf-8"?><Relationships xmlns="http://schemas.openxmlformats.org/package/2006/relationships"><Relationship Type="http://schemas.openxmlformats.org/officeDocument/2006/relationships/image" Target="/ppt/media/image.wmf" Id="R13d23e2532434b09" /><Relationship Type="http://schemas.openxmlformats.org/officeDocument/2006/relationships/theme" Target="/ppt/slideMasters/theme/theme6.xml" Id="R47ca0bf2e4914c0c" /><Relationship Type="http://schemas.openxmlformats.org/officeDocument/2006/relationships/slideLayout" Target="/ppt/slideLayouts/slideLayout8.xml" Id="Rd1e26b674692472c" /><Relationship Type="http://schemas.openxmlformats.org/officeDocument/2006/relationships/slideLayout" Target="/ppt/slideLayouts/slideLayout9.xml" Id="R5ec8b00225184a6f" /><Relationship Type="http://schemas.openxmlformats.org/officeDocument/2006/relationships/slideLayout" Target="/ppt/slideLayouts/slideLayout10.xml" Id="R1f10dcf76e414e96" /><Relationship Type="http://schemas.openxmlformats.org/officeDocument/2006/relationships/slideLayout" Target="/ppt/slideLayouts/slideLayout11.xml" Id="R389955db262242a3" /><Relationship Type="http://schemas.openxmlformats.org/officeDocument/2006/relationships/slideLayout" Target="/ppt/slideLayouts/slideLayout12.xml" Id="R827b578e48d84264" /><Relationship Type="http://schemas.openxmlformats.org/officeDocument/2006/relationships/slideLayout" Target="/ppt/slideLayouts/slideLayout13.xml" Id="R0044877a18de4b83" /><Relationship Type="http://schemas.openxmlformats.org/officeDocument/2006/relationships/slideLayout" Target="/ppt/slideLayouts/slideLayout14.xml" Id="R73f37c597dc94bac" /><Relationship Type="http://schemas.openxmlformats.org/officeDocument/2006/relationships/slideLayout" Target="/ppt/slideLayouts/slideLayout15.xml" Id="R1c934dc3641d4e30" /><Relationship Type="http://schemas.openxmlformats.org/officeDocument/2006/relationships/slideLayout" Target="/ppt/slideLayouts/slideLayout16.xml" Id="R12cb8104b4ff42ad" /><Relationship Type="http://schemas.openxmlformats.org/officeDocument/2006/relationships/slideLayout" Target="/ppt/slideLayouts/slideLayout17.xml" Id="R2c083011bd944df5" /><Relationship Type="http://schemas.openxmlformats.org/officeDocument/2006/relationships/slideLayout" Target="/ppt/slideLayouts/slideLayout18.xml" Id="Rb2fa32a792a840d3" /><Relationship Type="http://schemas.openxmlformats.org/officeDocument/2006/relationships/slideLayout" Target="/ppt/slideLayouts/slideLayout19.xml" Id="Rf0d827a58e3d44c0" /><Relationship Type="http://schemas.openxmlformats.org/officeDocument/2006/relationships/slideLayout" Target="/ppt/slideLayouts/slideLayout20.xml" Id="R976747fb98e942f2" /><Relationship Type="http://schemas.openxmlformats.org/officeDocument/2006/relationships/slideLayout" Target="/ppt/slideLayouts/slideLayout21.xml" Id="R808b1d5986484f56" /><Relationship Type="http://schemas.openxmlformats.org/officeDocument/2006/relationships/slideLayout" Target="/ppt/slideLayouts/slideLayout22.xml" Id="Rd20964a01de0439a" /><Relationship Type="http://schemas.openxmlformats.org/officeDocument/2006/relationships/slideLayout" Target="/ppt/slideLayouts/slideLayout23.xml" Id="Rfca80a75b0ba4a29" /><Relationship Type="http://schemas.openxmlformats.org/officeDocument/2006/relationships/slideLayout" Target="/ppt/slideLayouts/slideLayout24.xml" Id="Rb81a2d4a1ddb4f40" /><Relationship Type="http://schemas.openxmlformats.org/officeDocument/2006/relationships/slideLayout" Target="/ppt/slideLayouts/slideLayout25.xml" Id="Ra0fa0bf5d4b345ca" /></Relationships>
</file>

<file path=ppt/slideMasters/_rels/slideMaster6.xml.rels>&#65279;<?xml version="1.0" encoding="utf-8"?><Relationships xmlns="http://schemas.openxmlformats.org/package/2006/relationships"><Relationship Type="http://schemas.openxmlformats.org/officeDocument/2006/relationships/image" Target="/ppt/media/image.emf" Id="Rfc67b1ff69b14e49" /><Relationship Type="http://schemas.openxmlformats.org/officeDocument/2006/relationships/theme" Target="/ppt/slideMasters/theme/theme7.xml" Id="R4cd7ea774f804ebb" /><Relationship Type="http://schemas.openxmlformats.org/officeDocument/2006/relationships/slideLayout" Target="/ppt/slideLayouts/slideLayout26.xml" Id="R699255896a9547e9" /></Relationships>
</file>

<file path=ppt/slideMasters/_rels/slideMaster7.xml.rels>&#65279;<?xml version="1.0" encoding="utf-8"?><Relationships xmlns="http://schemas.openxmlformats.org/package/2006/relationships"><Relationship Type="http://schemas.openxmlformats.org/officeDocument/2006/relationships/image" Target="/ppt/media/image.emf" Id="Rde894f053fb44702" /><Relationship Type="http://schemas.openxmlformats.org/officeDocument/2006/relationships/theme" Target="/ppt/slideMasters/theme/theme8.xml" Id="R4986270aefc94d74" /><Relationship Type="http://schemas.openxmlformats.org/officeDocument/2006/relationships/slideLayout" Target="/ppt/slideLayouts/slideLayout27.xml" Id="R43a1d966b4ac437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7CA078E3-5C74-44F9-88B1-441A23902BD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1162" y="4854985"/>
            <a:ext cx="7829538" cy="2885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5720" rIns="0" bIns="45720" anchor="ctr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Dr. rer. nat. Erika Mustermann (TUM) | kann beliebig erweitert werden | Infos mit Strich trennen</a:t>
            </a:r>
          </a:p>
        </p:txBody>
      </p:sp>
      <p:sp>
        <p:nvSpPr>
          <p:cNvPr id="11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ECE0E2D3-3ACE-49A7-B962-36576D2A5BE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774934" y="4854985"/>
            <a:ext cx="20520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5720" rIns="0" bIns="45720" anchor="ctr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CE58CB1E-F828-4F11-99E0-327109AF9DA4}" type="slidenum">
              <a:t>‹#›</a:t>
            </a:fld>
          </a:p>
        </p:txBody>
      </p:sp>
      <p:pic>
        <p:nvPicPr>
          <p:cNvPr id="12" name="Bild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fdc8e6abff43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18800" y="324000"/>
            <a:ext cx="604774" cy="318516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767a616c7e48f1"/>
    <p:sldLayoutId xmlns:r="http://schemas.openxmlformats.org/officeDocument/2006/relationships" id="2147483650" r:id="R041fd9837baa49ba"/>
  </p:sldLayoutIdLst>
  <p:hf hdr="0" dt="0"/>
  <p:txStyles>
    <p:titleStyle>
      <a:lvl1pPr xmlns:a="http://schemas.openxmlformats.org/drawingml/2006/main" algn="l">
        <a:lnSpc>
          <a:spcPct val="125000"/>
        </a:lnSpc>
        <a:buNone/>
        <a:defRPr sz="2200" b="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2pPr>
      <a:lvl3pPr xmlns:a="http://schemas.openxmlformats.org/drawingml/2006/main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3pPr>
      <a:lvl4pPr xmlns:a="http://schemas.openxmlformats.org/drawingml/2006/main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4pPr>
      <a:lvl5pPr xmlns:a="http://schemas.openxmlformats.org/drawingml/2006/main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5pPr>
      <a:lvl6pPr xmlns:a="http://schemas.openxmlformats.org/drawingml/2006/main" marL="457200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6pPr>
      <a:lvl7pPr xmlns:a="http://schemas.openxmlformats.org/drawingml/2006/main" marL="914400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7pPr>
      <a:lvl8pPr xmlns:a="http://schemas.openxmlformats.org/drawingml/2006/main" marL="1371600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8pPr>
      <a:lvl9pPr xmlns:a="http://schemas.openxmlformats.org/drawingml/2006/main" marL="1828800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buNone/>
        <a:defRPr sz="16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176213" indent="-176213" algn="l">
        <a:lnSpc>
          <a:spcPct val="100000"/>
        </a:lnSpc>
        <a:buChar char="•"/>
        <a:defRPr sz="16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360363" indent="-184150" algn="l">
        <a:lnSpc>
          <a:spcPct val="125000"/>
        </a:lnSpc>
        <a:buChar char="-"/>
        <a:defRPr sz="1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538163" indent="-177800" algn="l">
        <a:lnSpc>
          <a:spcPct val="125000"/>
        </a:lnSpc>
        <a:buChar char="-"/>
        <a:defRPr sz="14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714375" indent="-176213" algn="l">
        <a:lnSpc>
          <a:spcPct val="125000"/>
        </a:lnSpc>
        <a:buChar char="-"/>
        <a:defRPr sz="14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xmlns:a="http://schemas.openxmlformats.org/drawingml/2006/main" val="F26B43"/>
          </p15:clr>
        </p15:guide>
        <p15:guide id="2" pos="2880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2" r:id="R323a112869854327"/>
  </p:sldLayoutIdLst>
  <p:txStyles>
    <p:titleStyle>
      <a:lvl1pPr xmlns:a="http://schemas.openxmlformats.org/drawingml/2006/main"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xmlns:a="http://schemas.openxmlformats.org/drawingml/2006/main" val="F26B43"/>
          </p15:clr>
        </p15:guide>
        <p15:guide id="2" pos="2880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feld 22">
            <a:extLst xmlns:a="http://schemas.openxmlformats.org/drawingml/2006/main">
              <a:ext uri="{FF2B5EF4-FFF2-40B4-BE49-F238E27FC236}">
                <a16:creationId xmlns:a16="http://schemas.microsoft.com/office/drawing/2014/main" id="{1A40185E-ABCB-4646-8F08-C6595A04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330" y="4922462"/>
            <a:ext cx="1115376" cy="2105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</a:pPr>
            <a:fld id="{C51078C5-4710-4254-8001-F1C0900803FD}" type="slidenum">
              <a:rPr sz="1200">
                <a:latin typeface="+mn-lt"/>
                <a:ea typeface="+mn-lt"/>
                <a:cs typeface="+mn-lt"/>
              </a:rPr>
              <a:t>‹#›</a:t>
            </a:fld>
          </a:p>
        </p:txBody>
      </p:sp>
      <p:pic>
        <p:nvPicPr>
          <p:cNvPr id="24" name="Bild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a2d1878e84f99"/>
          <a:srcRect xmlns:a="http://schemas.openxmlformats.org/drawingml/2006/main" l="398" t="14167" r="0" b="108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pic>
        <p:nvPicPr>
          <p:cNvPr id="25" name="Bild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7077224ec444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18800" y="324000"/>
            <a:ext cx="599513" cy="320288"/>
          </a:xfrm>
          <a:prstGeom xmlns:a="http://schemas.openxmlformats.org/drawingml/2006/main" prst="rect">
            <a:avLst/>
          </a:prstGeom>
        </p:spPr>
      </p:pic>
      <p:sp>
        <p:nvSpPr>
          <p:cNvPr id="8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030B493D-8E3F-48DF-843B-96FBD702B5E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774934" y="4854985"/>
            <a:ext cx="20520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5720" rIns="0" bIns="45720" anchor="ctr"/>
          <a:lstStyle xmlns:a="http://schemas.openxmlformats.org/drawingml/2006/main">
            <a:lvl1pPr algn="r">
              <a:buNone/>
              <a:defRPr sz="1100"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CE58CB1E-F828-4F11-99E0-327109AF9DA4}" type="slidenum">
              <a:t>‹#›</a:t>
            </a:fld>
          </a:p>
        </p:txBody>
      </p:sp>
      <p:sp>
        <p:nvSpPr>
          <p:cNvPr id="10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D04A2A21-CA9F-4C31-860F-CEBA946E0FF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1162" y="4854985"/>
            <a:ext cx="646428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5720" rIns="0" bIns="45720" anchor="ctr"/>
          <a:lstStyle xmlns:a="http://schemas.openxmlformats.org/drawingml/2006/main">
            <a:lvl1pPr algn="l">
              <a:buNone/>
              <a:defRPr sz="11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Dr. rer. nat. Erika Mustermann (TUM) | kann beliebig erweitert werden | Infos mit Strich trennen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4" r:id="R69425ce36b984810"/>
    <p:sldLayoutId xmlns:r="http://schemas.openxmlformats.org/officeDocument/2006/relationships" id="2147483655" r:id="R2e994c96bac94a10"/>
  </p:sldLayoutIdLst>
  <p:hf hdr="0" dt="0"/>
  <p:txStyles>
    <p:titleStyle>
      <a:lvl1pPr xmlns:a="http://schemas.openxmlformats.org/drawingml/2006/main" algn="l">
        <a:lnSpc>
          <a:spcPct val="125000"/>
        </a:lnSpc>
        <a:buNone/>
        <a:defRPr sz="2200" b="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2pPr>
      <a:lvl3pPr xmlns:a="http://schemas.openxmlformats.org/drawingml/2006/main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3pPr>
      <a:lvl4pPr xmlns:a="http://schemas.openxmlformats.org/drawingml/2006/main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4pPr>
      <a:lvl5pPr xmlns:a="http://schemas.openxmlformats.org/drawingml/2006/main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5pPr>
      <a:lvl6pPr xmlns:a="http://schemas.openxmlformats.org/drawingml/2006/main" marL="457200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6pPr>
      <a:lvl7pPr xmlns:a="http://schemas.openxmlformats.org/drawingml/2006/main" marL="914400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7pPr>
      <a:lvl8pPr xmlns:a="http://schemas.openxmlformats.org/drawingml/2006/main" marL="1371600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8pPr>
      <a:lvl9pPr xmlns:a="http://schemas.openxmlformats.org/drawingml/2006/main" marL="1828800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buNone/>
        <a:defRPr sz="16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176213" indent="-176213" algn="l">
        <a:lnSpc>
          <a:spcPct val="100000"/>
        </a:lnSpc>
        <a:buChar char="•"/>
        <a:defRPr sz="16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360363" indent="-184150" algn="l">
        <a:lnSpc>
          <a:spcPct val="125000"/>
        </a:lnSpc>
        <a:buChar char="-"/>
        <a:defRPr sz="1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538163" indent="-177800" algn="l">
        <a:lnSpc>
          <a:spcPct val="125000"/>
        </a:lnSpc>
        <a:buChar char="-"/>
        <a:defRPr sz="14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714375" indent="-176213" algn="l">
        <a:lnSpc>
          <a:spcPct val="125000"/>
        </a:lnSpc>
        <a:buChar char="-"/>
        <a:defRPr sz="14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xmlns:a="http://schemas.openxmlformats.org/drawingml/2006/main" val="F26B43"/>
          </p15:clr>
        </p15:guide>
        <p15:guide id="2" pos="2880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4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9A11307C-A099-4275-B205-5942C1AB30E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774934" y="4854985"/>
            <a:ext cx="20520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5720" rIns="0" bIns="45720" anchor="ctr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CE58CB1E-F828-4F11-99E0-327109AF9DA4}" type="slidenum">
              <a:t>‹#›</a:t>
            </a:fld>
          </a:p>
        </p:txBody>
      </p:sp>
      <p:sp>
        <p:nvSpPr>
          <p:cNvPr id="10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6CE05DA3-1AE4-49AF-91A3-6C602E66CF1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1162" y="4854985"/>
            <a:ext cx="646428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5720" rIns="0" bIns="45720" anchor="ctr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Dr. rer. nat. Erika Mustermann (TUM) | kann beliebig erweitert werden | Infos mit Strich trennen</a:t>
            </a:r>
          </a:p>
        </p:txBody>
      </p:sp>
      <p:pic>
        <p:nvPicPr>
          <p:cNvPr id="11" name="Bild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352bc28ab346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18411" y="324000"/>
            <a:ext cx="604774" cy="318516"/>
          </a:xfrm>
          <a:prstGeom xmlns:a="http://schemas.openxmlformats.org/drawingml/2006/main" prst="rect">
            <a:avLst/>
          </a:prstGeom>
        </p:spPr>
      </p:pic>
      <p:sp>
        <p:nvSpPr>
          <p:cNvPr id="11" name="Textfeld 10">
            <a:extLst xmlns:a="http://schemas.openxmlformats.org/drawingml/2006/main">
              <a:ext uri="{FF2B5EF4-FFF2-40B4-BE49-F238E27FC236}">
                <a16:creationId xmlns:a16="http://schemas.microsoft.com/office/drawing/2014/main" id="{BB9A2B42-1577-4DB7-8438-E264AB8A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06" y="321468"/>
            <a:ext cx="7160425" cy="3462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buNone/>
            </a:pPr>
            <a:r>
              <a:rPr sz="800">
                <a:solidFill>
                  <a:schemeClr val="tx2"/>
                </a:solidFill>
                <a:latin typeface="+mn-lt"/>
                <a:ea typeface="+mn-lt"/>
                <a:cs typeface="+mn-lt"/>
              </a:rPr>
              <a:t>Chair of High-Power Converter Systems</a:t>
            </a:r>
          </a:p>
          <a:p xmlns:a="http://schemas.openxmlformats.org/drawingml/2006/main">
            <a:pPr>
              <a:lnSpc>
                <a:spcPts val="900"/>
              </a:lnSpc>
              <a:buNone/>
            </a:pPr>
            <a:r>
              <a:rPr sz="800">
                <a:solidFill>
                  <a:schemeClr val="tx2"/>
                </a:solidFill>
                <a:latin typeface="+mn-lt"/>
                <a:ea typeface="+mn-lt"/>
                <a:cs typeface="+mn-lt"/>
              </a:rPr>
              <a:t>TUM School of Engineering and Design</a:t>
            </a:r>
          </a:p>
          <a:p xmlns:a="http://schemas.openxmlformats.org/drawingml/2006/main">
            <a:pPr>
              <a:lnSpc>
                <a:spcPts val="900"/>
              </a:lnSpc>
              <a:buNone/>
            </a:pPr>
            <a:r>
              <a:rPr sz="800">
                <a:solidFill>
                  <a:schemeClr val="tx2"/>
                </a:solidFill>
                <a:latin typeface="+mn-lt"/>
                <a:ea typeface="+mn-lt"/>
                <a:cs typeface="+mn-lt"/>
              </a:rPr>
              <a:t>Technical University of Munich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7" r:id="R4f1fe410730b4e5e"/>
    <p:sldLayoutId xmlns:r="http://schemas.openxmlformats.org/officeDocument/2006/relationships" id="2147483658" r:id="R246c1ec709c14e9f"/>
  </p:sldLayoutIdLst>
  <p:hf hdr="0" dt="0"/>
  <p:txStyles>
    <p:titleStyle>
      <a:lvl1pPr xmlns:a="http://schemas.openxmlformats.org/drawingml/2006/main" algn="l">
        <a:lnSpc>
          <a:spcPct val="125000"/>
        </a:lnSpc>
        <a:buNone/>
        <a:defRPr sz="2200" b="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2pPr>
      <a:lvl3pPr xmlns:a="http://schemas.openxmlformats.org/drawingml/2006/main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3pPr>
      <a:lvl4pPr xmlns:a="http://schemas.openxmlformats.org/drawingml/2006/main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4pPr>
      <a:lvl5pPr xmlns:a="http://schemas.openxmlformats.org/drawingml/2006/main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5pPr>
      <a:lvl6pPr xmlns:a="http://schemas.openxmlformats.org/drawingml/2006/main" marL="457200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6pPr>
      <a:lvl7pPr xmlns:a="http://schemas.openxmlformats.org/drawingml/2006/main" marL="914400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7pPr>
      <a:lvl8pPr xmlns:a="http://schemas.openxmlformats.org/drawingml/2006/main" marL="1371600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8pPr>
      <a:lvl9pPr xmlns:a="http://schemas.openxmlformats.org/drawingml/2006/main" marL="1828800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buNone/>
        <a:defRPr sz="16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176213" indent="-176213" algn="l">
        <a:lnSpc>
          <a:spcPct val="100000"/>
        </a:lnSpc>
        <a:buChar char="•"/>
        <a:defRPr sz="16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360363" indent="-184150" algn="l">
        <a:lnSpc>
          <a:spcPct val="125000"/>
        </a:lnSpc>
        <a:buChar char="-"/>
        <a:defRPr sz="1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538163" indent="-177800" algn="l">
        <a:lnSpc>
          <a:spcPct val="125000"/>
        </a:lnSpc>
        <a:buChar char="-"/>
        <a:defRPr sz="14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714375" indent="-176213" algn="l">
        <a:lnSpc>
          <a:spcPct val="125000"/>
        </a:lnSpc>
        <a:buChar char="-"/>
        <a:defRPr sz="14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xmlns:a="http://schemas.openxmlformats.org/drawingml/2006/main" val="F26B43"/>
          </p15:clr>
        </p15:guide>
        <p15:guide id="2" pos="2880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5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Bild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23e2532434b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18411" y="324000"/>
            <a:ext cx="604774" cy="318516"/>
          </a:xfrm>
          <a:prstGeom xmlns:a="http://schemas.openxmlformats.org/drawingml/2006/main" prst="rect">
            <a:avLst/>
          </a:prstGeom>
        </p:spPr>
      </p:pic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635FB71E-E1FF-45F6-9075-B2909AAF3FC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774934" y="4854985"/>
            <a:ext cx="2052074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5720" rIns="0" bIns="45720" anchor="ctr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CE58CB1E-F828-4F11-99E0-327109AF9DA4}" type="slidenum">
              <a:t>‹#›</a:t>
            </a:fld>
          </a:p>
        </p:txBody>
      </p:sp>
      <p:sp>
        <p:nvSpPr>
          <p:cNvPr id="6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CBE85E2A-F675-4519-A8CF-B8BDCDE0006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1162" y="4854985"/>
            <a:ext cx="646428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5720" rIns="0" bIns="45720" anchor="ctr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Dr. rer. nat. Erika Mustermann (TUM) | kann beliebig erweitert werden | Infos mit Strich trennen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0" r:id="Rd1e26b674692472c"/>
    <p:sldLayoutId xmlns:r="http://schemas.openxmlformats.org/officeDocument/2006/relationships" id="2147483661" r:id="R5ec8b00225184a6f"/>
    <p:sldLayoutId xmlns:r="http://schemas.openxmlformats.org/officeDocument/2006/relationships" id="2147483662" r:id="R1f10dcf76e414e96"/>
    <p:sldLayoutId xmlns:r="http://schemas.openxmlformats.org/officeDocument/2006/relationships" id="2147483663" r:id="R389955db262242a3"/>
    <p:sldLayoutId xmlns:r="http://schemas.openxmlformats.org/officeDocument/2006/relationships" id="2147483664" r:id="R827b578e48d84264"/>
    <p:sldLayoutId xmlns:r="http://schemas.openxmlformats.org/officeDocument/2006/relationships" id="2147483665" r:id="R0044877a18de4b83"/>
    <p:sldLayoutId xmlns:r="http://schemas.openxmlformats.org/officeDocument/2006/relationships" id="2147483666" r:id="R73f37c597dc94bac"/>
    <p:sldLayoutId xmlns:r="http://schemas.openxmlformats.org/officeDocument/2006/relationships" id="2147483667" r:id="R1c934dc3641d4e30"/>
    <p:sldLayoutId xmlns:r="http://schemas.openxmlformats.org/officeDocument/2006/relationships" id="2147483668" r:id="R12cb8104b4ff42ad"/>
    <p:sldLayoutId xmlns:r="http://schemas.openxmlformats.org/officeDocument/2006/relationships" id="2147483669" r:id="R2c083011bd944df5"/>
    <p:sldLayoutId xmlns:r="http://schemas.openxmlformats.org/officeDocument/2006/relationships" id="2147483670" r:id="Rb2fa32a792a840d3"/>
    <p:sldLayoutId xmlns:r="http://schemas.openxmlformats.org/officeDocument/2006/relationships" id="2147483671" r:id="Rf0d827a58e3d44c0"/>
    <p:sldLayoutId xmlns:r="http://schemas.openxmlformats.org/officeDocument/2006/relationships" id="2147483672" r:id="R976747fb98e942f2"/>
    <p:sldLayoutId xmlns:r="http://schemas.openxmlformats.org/officeDocument/2006/relationships" id="2147483673" r:id="R808b1d5986484f56"/>
    <p:sldLayoutId xmlns:r="http://schemas.openxmlformats.org/officeDocument/2006/relationships" id="2147483674" r:id="Rd20964a01de0439a"/>
    <p:sldLayoutId xmlns:r="http://schemas.openxmlformats.org/officeDocument/2006/relationships" id="2147483675" r:id="Rfca80a75b0ba4a29"/>
    <p:sldLayoutId xmlns:r="http://schemas.openxmlformats.org/officeDocument/2006/relationships" id="2147483676" r:id="Rb81a2d4a1ddb4f40"/>
    <p:sldLayoutId xmlns:r="http://schemas.openxmlformats.org/officeDocument/2006/relationships" id="2147483677" r:id="Ra0fa0bf5d4b345ca"/>
  </p:sldLayoutIdLst>
  <p:hf hdr="0" dt="0"/>
  <p:txStyles>
    <p:titleStyle>
      <a:lvl1pPr xmlns:a="http://schemas.openxmlformats.org/drawingml/2006/main" algn="l">
        <a:lnSpc>
          <a:spcPct val="125000"/>
        </a:lnSpc>
        <a:buNone/>
        <a:defRPr sz="2500" b="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2pPr>
      <a:lvl3pPr xmlns:a="http://schemas.openxmlformats.org/drawingml/2006/main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3pPr>
      <a:lvl4pPr xmlns:a="http://schemas.openxmlformats.org/drawingml/2006/main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4pPr>
      <a:lvl5pPr xmlns:a="http://schemas.openxmlformats.org/drawingml/2006/main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5pPr>
      <a:lvl6pPr xmlns:a="http://schemas.openxmlformats.org/drawingml/2006/main" marL="457200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6pPr>
      <a:lvl7pPr xmlns:a="http://schemas.openxmlformats.org/drawingml/2006/main" marL="914400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7pPr>
      <a:lvl8pPr xmlns:a="http://schemas.openxmlformats.org/drawingml/2006/main" marL="1371600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8pPr>
      <a:lvl9pPr xmlns:a="http://schemas.openxmlformats.org/drawingml/2006/main" marL="1828800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buNone/>
        <a:defRPr sz="16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176213" indent="-176213" algn="l">
        <a:lnSpc>
          <a:spcPct val="100000"/>
        </a:lnSpc>
        <a:buChar char="•"/>
        <a:defRPr sz="16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360363" indent="-184150" algn="l">
        <a:lnSpc>
          <a:spcPct val="125000"/>
        </a:lnSpc>
        <a:buChar char="-"/>
        <a:defRPr sz="1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538163" indent="-177800" algn="l">
        <a:lnSpc>
          <a:spcPct val="125000"/>
        </a:lnSpc>
        <a:buChar char="-"/>
        <a:defRPr sz="14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714375" indent="-176213" algn="l">
        <a:lnSpc>
          <a:spcPct val="125000"/>
        </a:lnSpc>
        <a:buChar char="-"/>
        <a:defRPr sz="14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xmlns:a="http://schemas.openxmlformats.org/drawingml/2006/main" val="F26B43"/>
          </p15:clr>
        </p15:guide>
        <p15:guide id="2" pos="2880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6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hteck 5">
            <a:extLst xmlns:a="http://schemas.openxmlformats.org/drawingml/2006/main">
              <a:ext uri="{FF2B5EF4-FFF2-40B4-BE49-F238E27FC236}">
                <a16:creationId xmlns:a16="http://schemas.microsoft.com/office/drawing/2014/main" id="{26B35B20-EF19-4F23-9B44-228FAEE8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</a:pPr>
          </a:p>
        </p:txBody>
      </p:sp>
      <p:pic>
        <p:nvPicPr>
          <p:cNvPr id="7" name="Bild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7b1ff69b14e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18800" y="324000"/>
            <a:ext cx="599513" cy="320288"/>
          </a:xfrm>
          <a:prstGeom xmlns:a="http://schemas.openxmlformats.org/drawingml/2006/main" prst="rect">
            <a:avLst/>
          </a:prstGeom>
        </p:spPr>
      </p:pic>
      <p:sp>
        <p:nvSpPr>
          <p:cNvPr id="7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6F393A5F-A531-4C49-8515-37BD4CD10D5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774934" y="4854985"/>
            <a:ext cx="20520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5720" rIns="0" bIns="45720" anchor="ctr"/>
          <a:lstStyle xmlns:a="http://schemas.openxmlformats.org/drawingml/2006/main">
            <a:lvl1pPr algn="r">
              <a:buNone/>
              <a:defRPr sz="1100"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CE58CB1E-F828-4F11-99E0-327109AF9DA4}" type="slidenum">
              <a:t>‹#›</a:t>
            </a:fld>
          </a:p>
        </p:txBody>
      </p:sp>
      <p:sp>
        <p:nvSpPr>
          <p:cNvPr id="8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7EED4967-60F4-4073-A5A9-69950D3BD36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1162" y="4854985"/>
            <a:ext cx="646428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5720" rIns="0" bIns="45720" anchor="ctr"/>
          <a:lstStyle xmlns:a="http://schemas.openxmlformats.org/drawingml/2006/main">
            <a:lvl1pPr algn="l">
              <a:buNone/>
              <a:defRPr sz="11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Dr. rer. nat. Erika Mustermann (TUM) | kann beliebig erweitert werden | Infos mit Strich trennen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9" r:id="R699255896a9547e9"/>
  </p:sldLayoutIdLst>
  <p:hf hdr="0" dt="0"/>
  <p:txStyles>
    <p:titleStyle>
      <a:lvl1pPr xmlns:a="http://schemas.openxmlformats.org/drawingml/2006/main" algn="l">
        <a:lnSpc>
          <a:spcPct val="125000"/>
        </a:lnSpc>
        <a:buNone/>
        <a:defRPr sz="2200" b="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2pPr>
      <a:lvl3pPr xmlns:a="http://schemas.openxmlformats.org/drawingml/2006/main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3pPr>
      <a:lvl4pPr xmlns:a="http://schemas.openxmlformats.org/drawingml/2006/main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4pPr>
      <a:lvl5pPr xmlns:a="http://schemas.openxmlformats.org/drawingml/2006/main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5pPr>
      <a:lvl6pPr xmlns:a="http://schemas.openxmlformats.org/drawingml/2006/main" marL="457200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6pPr>
      <a:lvl7pPr xmlns:a="http://schemas.openxmlformats.org/drawingml/2006/main" marL="914400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7pPr>
      <a:lvl8pPr xmlns:a="http://schemas.openxmlformats.org/drawingml/2006/main" marL="1371600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8pPr>
      <a:lvl9pPr xmlns:a="http://schemas.openxmlformats.org/drawingml/2006/main" marL="1828800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buNone/>
        <a:defRPr sz="16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176213" indent="-176213" algn="l">
        <a:lnSpc>
          <a:spcPct val="100000"/>
        </a:lnSpc>
        <a:buChar char="•"/>
        <a:defRPr sz="16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360363" indent="-184150" algn="l">
        <a:lnSpc>
          <a:spcPct val="125000"/>
        </a:lnSpc>
        <a:buChar char="-"/>
        <a:defRPr sz="1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538163" indent="-177800" algn="l">
        <a:lnSpc>
          <a:spcPct val="125000"/>
        </a:lnSpc>
        <a:buChar char="-"/>
        <a:defRPr sz="14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714375" indent="-176213" algn="l">
        <a:lnSpc>
          <a:spcPct val="125000"/>
        </a:lnSpc>
        <a:buChar char="-"/>
        <a:defRPr sz="14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xmlns:a="http://schemas.openxmlformats.org/drawingml/2006/main" val="F26B43"/>
          </p15:clr>
        </p15:guide>
        <p15:guide id="2" pos="2880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7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hteck 6">
            <a:extLst xmlns:a="http://schemas.openxmlformats.org/drawingml/2006/main">
              <a:ext uri="{FF2B5EF4-FFF2-40B4-BE49-F238E27FC236}">
                <a16:creationId xmlns:a16="http://schemas.microsoft.com/office/drawing/2014/main" id="{F00DF550-2570-4092-97CC-5E1CD9B9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</a:pPr>
          </a:p>
        </p:txBody>
      </p:sp>
      <p:pic>
        <p:nvPicPr>
          <p:cNvPr id="8" name="Bild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894f053fb447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18800" y="324000"/>
            <a:ext cx="599513" cy="320288"/>
          </a:xfrm>
          <a:prstGeom xmlns:a="http://schemas.openxmlformats.org/drawingml/2006/main" prst="rect">
            <a:avLst/>
          </a:prstGeom>
        </p:spPr>
      </p:pic>
      <p:sp>
        <p:nvSpPr>
          <p:cNvPr id="9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22BF88A4-511D-4C80-97F2-D2D2E5B3D75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774934" y="4854985"/>
            <a:ext cx="20520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5720" rIns="0" bIns="45720" anchor="ctr"/>
          <a:lstStyle xmlns:a="http://schemas.openxmlformats.org/drawingml/2006/main">
            <a:lvl1pPr algn="r">
              <a:buNone/>
              <a:defRPr sz="1100"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CE58CB1E-F828-4F11-99E0-327109AF9DA4}" type="slidenum">
              <a:t>‹#›</a:t>
            </a:fld>
          </a:p>
        </p:txBody>
      </p:sp>
      <p:sp>
        <p:nvSpPr>
          <p:cNvPr id="10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3766AC22-6CB1-45D8-826E-0AB0CB452F3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1162" y="4854985"/>
            <a:ext cx="646428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5720" rIns="0" bIns="45720" anchor="ctr"/>
          <a:lstStyle xmlns:a="http://schemas.openxmlformats.org/drawingml/2006/main">
            <a:lvl1pPr algn="l">
              <a:buNone/>
              <a:defRPr sz="11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Dr. rer. nat. Erika Mustermann (TUM) | kann beliebig erweitert werden | Infos mit Strich trennen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81" r:id="R43a1d966b4ac4375"/>
  </p:sldLayoutIdLst>
  <p:hf hdr="0" dt="0"/>
  <p:txStyles>
    <p:titleStyle>
      <a:lvl1pPr xmlns:a="http://schemas.openxmlformats.org/drawingml/2006/main" algn="l">
        <a:lnSpc>
          <a:spcPct val="125000"/>
        </a:lnSpc>
        <a:buNone/>
        <a:defRPr sz="2200" b="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2pPr>
      <a:lvl3pPr xmlns:a="http://schemas.openxmlformats.org/drawingml/2006/main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3pPr>
      <a:lvl4pPr xmlns:a="http://schemas.openxmlformats.org/drawingml/2006/main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4pPr>
      <a:lvl5pPr xmlns:a="http://schemas.openxmlformats.org/drawingml/2006/main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5pPr>
      <a:lvl6pPr xmlns:a="http://schemas.openxmlformats.org/drawingml/2006/main" marL="457200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6pPr>
      <a:lvl7pPr xmlns:a="http://schemas.openxmlformats.org/drawingml/2006/main" marL="914400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7pPr>
      <a:lvl8pPr xmlns:a="http://schemas.openxmlformats.org/drawingml/2006/main" marL="1371600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8pPr>
      <a:lvl9pPr xmlns:a="http://schemas.openxmlformats.org/drawingml/2006/main" marL="1828800" algn="l"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buNone/>
        <a:defRPr sz="16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176213" indent="-176213" algn="l">
        <a:lnSpc>
          <a:spcPct val="100000"/>
        </a:lnSpc>
        <a:buChar char="•"/>
        <a:defRPr sz="16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360363" indent="-184150" algn="l">
        <a:lnSpc>
          <a:spcPct val="125000"/>
        </a:lnSpc>
        <a:buChar char="-"/>
        <a:defRPr sz="1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538163" indent="-177800" algn="l">
        <a:lnSpc>
          <a:spcPct val="125000"/>
        </a:lnSpc>
        <a:buChar char="-"/>
        <a:defRPr sz="14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714375" indent="-176213" algn="l">
        <a:lnSpc>
          <a:spcPct val="125000"/>
        </a:lnSpc>
        <a:buChar char="-"/>
        <a:defRPr sz="14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xmlns:a="http://schemas.openxmlformats.org/drawingml/2006/main" val="F26B43"/>
          </p15:clr>
        </p15:guide>
        <p15:guide id="2" pos="2880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Titel 1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TU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Title Blan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Titel 2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TU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5.xml><?xml version="1.0" encoding="utf-8"?>
<a:theme xmlns:a="http://schemas.openxmlformats.org/drawingml/2006/main" name="Titel 3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TU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6.xml><?xml version="1.0" encoding="utf-8"?>
<a:theme xmlns:a="http://schemas.openxmlformats.org/drawingml/2006/main" name="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TU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7.xml><?xml version="1.0" encoding="utf-8"?>
<a:theme xmlns:a="http://schemas.openxmlformats.org/drawingml/2006/main" name="Kapiteltrenner blau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TU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8.xml><?xml version="1.0" encoding="utf-8"?>
<a:theme xmlns:a="http://schemas.openxmlformats.org/drawingml/2006/main" name="Kapiteltrenner schwarz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TU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c901d0dcf4dc4" /><Relationship Type="http://schemas.openxmlformats.org/officeDocument/2006/relationships/image" Target="/ppt/media/image2.jpeg" Id="Rd0464a82546f49c5" /><Relationship Type="http://schemas.openxmlformats.org/officeDocument/2006/relationships/notesSlide" Target="/ppt/notesSlides/notesSlide1.xml" Id="R79ca7c98fd6f40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0cef336f5c4110" /><Relationship Type="http://schemas.openxmlformats.org/officeDocument/2006/relationships/notesSlide" Target="/ppt/notesSlides/notesSlide2.xml" Id="R6583a43bdecd48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1b1cf8536e784ce6" /><Relationship Type="http://schemas.openxmlformats.org/officeDocument/2006/relationships/notesSlide" Target="/ppt/notesSlides/notesSlide3.xml" Id="R3f927a562d9a42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caa22f1ae6da4a4d" /><Relationship Type="http://schemas.openxmlformats.org/officeDocument/2006/relationships/notesSlide" Target="/ppt/notesSlides/notesSlide4.xml" Id="R82f0a9eee32247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892ccfcf084f38" /><Relationship Type="http://schemas.openxmlformats.org/officeDocument/2006/relationships/notesSlide" Target="/ppt/notesSlides/notesSlide5.xml" Id="Rbf544ba92bd647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78838425cae14bd5" /><Relationship Type="http://schemas.openxmlformats.org/officeDocument/2006/relationships/notesSlide" Target="/ppt/notesSlides/notesSlide6.xml" Id="Rc9d33d3a168a4d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018ddf4ef4e14d23" /><Relationship Type="http://schemas.openxmlformats.org/officeDocument/2006/relationships/notesSlide" Target="/ppt/notesSlides/notesSlide7.xml" Id="R33124cfa103948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aecfb01333ad4eb5" /><Relationship Type="http://schemas.openxmlformats.org/officeDocument/2006/relationships/notesSlide" Target="/ppt/notesSlides/notesSlide8.xml" Id="Rd4ae869fea3c4f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eb10a8433a5c4fe9" /><Relationship Type="http://schemas.openxmlformats.org/officeDocument/2006/relationships/chart" Target="/ppt/slides/charts/chart1.xml" Id="R482a2d29f3c64933" /><Relationship Type="http://schemas.openxmlformats.org/officeDocument/2006/relationships/notesSlide" Target="/ppt/notesSlides/notesSlide9.xml" Id="R9eae8775d2cf43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155359684348a9" /><Relationship Type="http://schemas.openxmlformats.org/officeDocument/2006/relationships/notesSlide" Target="/ppt/notesSlides/notesSlide10.xml" Id="Rb7280aa3c00c42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5974d5611e77469d" /><Relationship Type="http://schemas.openxmlformats.org/officeDocument/2006/relationships/notesSlide" Target="/ppt/notesSlides/notesSlide11.xml" Id="Re1157e2d8b2447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214a3b91b86e4649" /><Relationship Type="http://schemas.openxmlformats.org/officeDocument/2006/relationships/notesSlide" Target="/ppt/notesSlides/notesSlide12.xml" Id="R221096f45e764ff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CQL</c:v>
          </c:tx>
          <c:spPr>
            <a:solidFill xmlns:a="http://schemas.openxmlformats.org/drawingml/2006/main">
              <a:srgbClr val="005293"/>
            </a:solidFill>
          </c:spPr>
          <c:dLbls/>
          <c:cat>
            <c:strLit>
              <c:ptCount val="3"/>
              <c:pt idx="0">
                <c:v>h=.03</c:v>
              </c:pt>
              <c:pt idx="1">
                <c:v>h=.05</c:v>
              </c:pt>
              <c:pt idx="2">
                <c:v>h=.10</c:v>
              </c:pt>
            </c:strLit>
          </c:cat>
          <c:val>
            <c:numLit>
              <c:formatCode>0</c:formatCode>
              <c:ptCount val="3"/>
              <c:pt idx="0">
                <c:v>22.54</c:v>
              </c:pt>
              <c:pt idx="1">
                <c:v>36.19</c:v>
              </c:pt>
              <c:pt idx="2">
                <c:v>60.18</c:v>
              </c:pt>
            </c:numLit>
          </c:val>
        </c:ser>
        <c:ser>
          <c:idx val="1"/>
          <c:order val="1"/>
          <c:tx>
            <c:v>Fixed</c:v>
          </c:tx>
          <c:spPr>
            <a:solidFill xmlns:a="http://schemas.openxmlformats.org/drawingml/2006/main">
              <a:srgbClr val="64A0C8"/>
            </a:solidFill>
          </c:spPr>
          <c:dLbls/>
          <c:cat>
            <c:strLit>
              <c:ptCount val="3"/>
              <c:pt idx="0">
                <c:v>h=.03</c:v>
              </c:pt>
              <c:pt idx="1">
                <c:v>h=.05</c:v>
              </c:pt>
              <c:pt idx="2">
                <c:v>h=.10</c:v>
              </c:pt>
            </c:strLit>
          </c:cat>
          <c:val>
            <c:numLit>
              <c:formatCode>0</c:formatCode>
              <c:ptCount val="3"/>
              <c:pt idx="0">
                <c:v>21.62</c:v>
              </c:pt>
              <c:pt idx="1">
                <c:v>36.21</c:v>
              </c:pt>
              <c:pt idx="2">
                <c:v>68.72</c:v>
              </c:pt>
            </c:numLit>
          </c:val>
        </c:ser>
        <c:ser>
          <c:idx val="2"/>
          <c:order val="2"/>
          <c:tx>
            <c:v>Greedy</c:v>
          </c:tx>
          <c:spPr>
            <a:solidFill xmlns:a="http://schemas.openxmlformats.org/drawingml/2006/main">
              <a:srgbClr val="DAD7CB"/>
            </a:solidFill>
          </c:spPr>
          <c:dLbls/>
          <c:cat>
            <c:strLit>
              <c:ptCount val="3"/>
              <c:pt idx="0">
                <c:v>h=.03</c:v>
              </c:pt>
              <c:pt idx="1">
                <c:v>h=.05</c:v>
              </c:pt>
              <c:pt idx="2">
                <c:v>h=.10</c:v>
              </c:pt>
            </c:strLit>
          </c:cat>
          <c:val>
            <c:numLit>
              <c:formatCode>0</c:formatCode>
              <c:ptCount val="3"/>
              <c:pt idx="0">
                <c:v>0.44</c:v>
              </c:pt>
              <c:pt idx="1">
                <c:v>0.83</c:v>
              </c:pt>
              <c:pt idx="2">
                <c:v>1.87</c:v>
              </c:pt>
            </c:numLit>
          </c:val>
        </c:ser>
        <c:dLbls>
          <c:showVal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000000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7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6F2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600">
                    <a:solidFill>
                      <a:srgbClr val="000000"/>
                    </a:solidFill>
                  </a:rPr>
                  <a:t>ESS share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00">
                  <a:solidFill>
                    <a:srgbClr val="000000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525">
                <a:solidFill>
                  <a:srgbClr val="000000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00">
              <a:solidFill>
                <a:srgbClr val="00000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464a82546f49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5215" y="1476375"/>
            <a:ext cx="3819542" cy="3333750"/>
          </a:xfrm>
          <a:prstGeom xmlns:a="http://schemas.openxmlformats.org/drawingml/2006/main" prst="rect">
            <a:avLst/>
          </a:prstGeom>
        </p:spPr>
      </p:pic>
      <p:sp>
        <p:nvSpPr>
          <p:cNvPr id="3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833DE235-5022-481B-BF8E-045342A233CC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319088" y="1484040"/>
            <a:ext cx="8508999" cy="17163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Offline and simulated online RL for eBay Best Offer anchoring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Why / How / What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Support-aware decision support for buyer opening offers</a:t>
            </a:r>
          </a:p>
          <a:p xmlns:a="http://schemas.openxmlformats.org/drawingml/2006/main">
            <a:r>
              <a:t>soluthan | Final project presentation | July 2026</a:t>
            </a:r>
          </a:p>
        </p:txBody>
      </p:sp>
    </p:spTree>
    <p:extLst>
      <p:ext uri="{BB962C8B-B14F-4D97-AF65-F5344CB8AC3E}">
        <p14:creationId xmlns:p14="http://schemas.microsoft.com/office/powerpoint/2010/main" val="56785106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9FE37DC3-0575-43D9-AF7C-F5144AB7CF0E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WHY</a:t>
            </a:r>
          </a:p>
          <a:p xmlns:a="http://schemas.openxmlformats.org/drawingml/2006/main">
            <a:r>
              <a:t>Why opening anchors need support-aware modeling</a:t>
            </a:r>
          </a:p>
        </p:txBody>
      </p:sp>
    </p:spTree>
    <p:extLst>
      <p:ext uri="{BB962C8B-B14F-4D97-AF65-F5344CB8AC3E}">
        <p14:creationId xmlns:p14="http://schemas.microsoft.com/office/powerpoint/2010/main" val="2251801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76DA83A1-33C7-42C4-8F9C-3BD42E18E15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Best Offer creates a concrete trade-off.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Lower anchors increase savings only if the offer is accepted.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savings can be written as:</a:t>
            </a:r>
          </a:p>
          <a:p xmlns:a="http://schemas.openxmlformats.org/drawingml/2006/main">
            <a:r>
              <a:t>P(accept | state, anchor) x (1 - anchor)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The project treats the recommendation as buyer decision support, not as proof of seller manipulation.</a:t>
            </a: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C44891E6-FD77-4ED2-B33D-9D52420B512C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ADEEDC-EEE1-8597-0639-A35D9BA153EC}" type="slidenum">
              <a:t>03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3735118-2018-403D-97C0-573C8DD06D6A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eBay Best Offer anchoring RL | Why / How / What</a:t>
            </a:r>
          </a:p>
        </p:txBody>
      </p:sp>
      <p:sp>
        <p:nvSpPr>
          <p:cNvPr id="5" name="Title 4">
            <a:extLst xmlns:a="http://schemas.openxmlformats.org/drawingml/2006/main">
              <a:ext uri="{FF2B5EF4-FFF2-40B4-BE49-F238E27FC236}">
                <a16:creationId xmlns:a16="http://schemas.microsoft.com/office/drawing/2014/main" id="{5E5BBDBF-7D0D-4939-977B-4D07FC6EF4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Why: the lowest offer is not automatically the best decision</a:t>
            </a:r>
          </a:p>
        </p:txBody>
      </p:sp>
    </p:spTree>
    <p:extLst>
      <p:ext uri="{BB962C8B-B14F-4D97-AF65-F5344CB8AC3E}">
        <p14:creationId xmlns:p14="http://schemas.microsoft.com/office/powerpoint/2010/main" val="393480710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B17CCC31-C182-4362-A806-ED097C67863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data are observational.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Buyers chose their own anchors; logged behavior is not randomized.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greedy supervised optimizer may choose anchors rarely seen in the logs.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makes support diagnostics as important as reward estimates.</a:t>
            </a: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623CA3EA-E7D2-4B95-8A60-B0208474879F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9970F6C-59B2-055B-5132-2DC31A7003A7}" type="slidenum">
              <a:t>04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9834F68-4BE3-4CFA-9D7D-122B49444E8B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eBay Best Offer anchoring RL | Why / How / What</a:t>
            </a:r>
          </a:p>
        </p:txBody>
      </p:sp>
      <p:sp>
        <p:nvSpPr>
          <p:cNvPr id="5" name="Title 4">
            <a:extLst xmlns:a="http://schemas.openxmlformats.org/drawingml/2006/main">
              <a:ext uri="{FF2B5EF4-FFF2-40B4-BE49-F238E27FC236}">
                <a16:creationId xmlns:a16="http://schemas.microsoft.com/office/drawing/2014/main" id="{5303C1D3-845E-4838-B723-09F7B0338D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Why: supervised maximization can leave the data</a:t>
            </a:r>
          </a:p>
        </p:txBody>
      </p:sp>
    </p:spTree>
    <p:extLst>
      <p:ext uri="{BB962C8B-B14F-4D97-AF65-F5344CB8AC3E}">
        <p14:creationId xmlns:p14="http://schemas.microsoft.com/office/powerpoint/2010/main" val="389548404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9FE37DC3-0575-43D9-AF7C-F5144AB7CF0E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HOW</a:t>
            </a:r>
          </a:p>
          <a:p xmlns:a="http://schemas.openxmlformats.org/drawingml/2006/main">
            <a:r>
              <a:t>How the report turns negotiation into a support-aware decision problem</a:t>
            </a:r>
          </a:p>
        </p:txBody>
      </p:sp>
    </p:spTree>
    <p:extLst>
      <p:ext uri="{BB962C8B-B14F-4D97-AF65-F5344CB8AC3E}">
        <p14:creationId xmlns:p14="http://schemas.microsoft.com/office/powerpoint/2010/main" val="2251801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38F05BFB-8908-46EB-84F3-3B1D5835FAE4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</a:t>
            </a:r>
          </a:p>
          <a:p xmlns:a="http://schemas.openxmlformats.org/drawingml/2006/main">
            <a:r>
              <a:t>listing and seller features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Action</a:t>
            </a:r>
          </a:p>
          <a:p xmlns:a="http://schemas.openxmlformats.org/drawingml/2006/main">
            <a:r>
              <a:t>opening offer ratio = offer / list price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Reward</a:t>
            </a:r>
          </a:p>
          <a:p xmlns:a="http://schemas.openxmlformats.org/drawingml/2006/main">
            <a:r>
              <a:t>1 - anchor if accepted, otherwise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correction</a:t>
            </a:r>
          </a:p>
          <a:p xmlns:a="http://schemas.openxmlformats.org/drawingml/2006/main">
            <a:r>
              <a:t>no separate price regressor is needed because accepted-offer savings are mechanical in the anchor ratio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00B1BF6-1E0F-4AD0-89BA-806F600E6D7D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BFB0FA-5DC7-50DB-D53A-0B6D0E34987E}" type="slidenum">
              <a:t>06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4AEE372-D5A0-447D-9407-E3C69944FFDA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eBay Best Offer anchoring RL | Why / How / What</a:t>
            </a:r>
          </a:p>
        </p:txBody>
      </p:sp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0514C42E-BA49-4954-A66B-22C9793B65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How: one-step MDP / contextual bandit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51B8E5-6F08-4919-885C-8AB8BB61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28750"/>
            <a:ext cx="1123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6E5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4C6871-6099-4C2A-9CC2-44CF44C4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5240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5293"/>
                </a:solidFill>
              </a:defRPr>
            </a:pPr>
            <a:r>
              <a:rPr sz="1500" b="1">
                <a:solidFill>
                  <a:srgbClr val="005293"/>
                </a:solidFill>
              </a:rPr>
              <a:t>7.67M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B8C52-2B14-4ACA-88E2-01632B21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9070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00000"/>
                </a:solidFill>
              </a:defRPr>
            </a:pPr>
            <a:r>
              <a:rPr sz="788" b="0">
                <a:solidFill>
                  <a:srgbClr val="000000"/>
                </a:solidFill>
              </a:rPr>
              <a:t>train rows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D337F0-CD6A-416A-A68F-A710C8DF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1123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6E5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10B7A0-5D90-439E-B841-1A94AF79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5293"/>
                </a:solidFill>
              </a:defRPr>
            </a:pPr>
            <a:r>
              <a:rPr sz="1500" b="1">
                <a:solidFill>
                  <a:srgbClr val="005293"/>
                </a:solidFill>
              </a:rPr>
              <a:t>0.701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6AA587-2222-441B-8027-943AF3A6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9070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00000"/>
                </a:solidFill>
              </a:defRPr>
            </a:pPr>
            <a:r>
              <a:rPr sz="788" b="0">
                <a:solidFill>
                  <a:srgbClr val="000000"/>
                </a:solidFill>
              </a:rPr>
              <a:t>test AUC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922DC8-FF76-4568-B877-F147EEE9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28750"/>
            <a:ext cx="1123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6E5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37B74C-55BE-4FB2-A399-EFFA967B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240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5293"/>
                </a:solidFill>
              </a:defRPr>
            </a:pPr>
            <a:r>
              <a:rPr sz="1500" b="1">
                <a:solidFill>
                  <a:srgbClr val="005293"/>
                </a:solidFill>
              </a:rPr>
              <a:t>0.311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5F0CA9-F5CC-42BC-A1F0-E57AE185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9070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00000"/>
                </a:solidFill>
              </a:defRPr>
            </a:pPr>
            <a:r>
              <a:rPr sz="788" b="0">
                <a:solidFill>
                  <a:srgbClr val="000000"/>
                </a:solidFill>
              </a:rPr>
              <a:t>support p5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FE1F1D-9D9F-4BEB-A572-4BB7CB7E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76500"/>
            <a:ext cx="3381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The formulation is intentionally simple: first-offer support is evaluated before claiming policy quality.</a:t>
            </a:r>
          </a:p>
        </p:txBody>
      </p:sp>
    </p:spTree>
    <p:extLst>
      <p:ext uri="{BB962C8B-B14F-4D97-AF65-F5344CB8AC3E}">
        <p14:creationId xmlns:p14="http://schemas.microsoft.com/office/powerpoint/2010/main" val="326510756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38F05BFB-8908-46EB-84F3-3B1D5835FAE4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Phase 1 learns</a:t>
            </a:r>
          </a:p>
          <a:p xmlns:a="http://schemas.openxmlformats.org/drawingml/2006/main">
            <a:r>
              <a:t>P(accept | state, anchor)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It is a response model, not a value function.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model is useful for prediction and simple baselines.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failure appears when the learned surface is maximized greedily: the target anchors move outside reliable logged support.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00B1BF6-1E0F-4AD0-89BA-806F600E6D7D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C5B3A8-B30B-D205-8921-516C108AB9AB}" type="slidenum">
              <a:t>07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4AEE372-D5A0-447D-9407-E3C69944FFDA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eBay Best Offer anchoring RL | Why / How / What</a:t>
            </a:r>
          </a:p>
        </p:txBody>
      </p:sp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0514C42E-BA49-4954-A66B-22C9793B65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How: Phase 1 predicts acceptance, but greedy use is unsafe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94BF57-AB0F-4F86-BEA2-E4EAE835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52550"/>
            <a:ext cx="3676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293"/>
          </a:solidFill>
          <a:ln xmlns:a="http://schemas.openxmlformats.org/drawingml/2006/main" w="7144">
            <a:solidFill>
              <a:srgbClr val="8DAAC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40568A-B654-43EA-BC10-B98E6CD1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4097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FFFFF"/>
                </a:solidFill>
              </a:defRPr>
            </a:pPr>
            <a:r>
              <a:rPr sz="765" b="1">
                <a:solidFill>
                  <a:srgbClr val="FFFFFF"/>
                </a:solidFill>
              </a:rPr>
              <a:t>Signal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EB6A4D-AC6D-4280-BADC-79CBA641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352550"/>
            <a:ext cx="714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A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B6457C-C5D7-4D6D-8414-CA461033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4097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FFFFF"/>
                </a:solidFill>
              </a:defRPr>
            </a:pPr>
            <a:r>
              <a:rPr sz="765" b="1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C4BC3A-794B-473E-9A98-378D8E0A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352550"/>
            <a:ext cx="714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A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E0636D-5866-4A97-B08A-FE8F3BFC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4097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FFFFF"/>
                </a:solidFill>
              </a:defRPr>
            </a:pPr>
            <a:r>
              <a:rPr sz="765" b="1">
                <a:solidFill>
                  <a:srgbClr val="FFFFFF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0B6008-0513-466D-89F4-A5D6FDBE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19250"/>
            <a:ext cx="3676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DAA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E3AD3E-7412-4FB4-8DCF-AF1AB3F1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6954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00000"/>
                </a:solidFill>
              </a:defRPr>
            </a:pPr>
            <a:r>
              <a:rPr sz="728" b="0">
                <a:solidFill>
                  <a:srgbClr val="000000"/>
                </a:solidFill>
              </a:rPr>
              <a:t>Predictor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699F3A-FF0B-48FB-B8A4-86243C48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619250"/>
            <a:ext cx="7144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A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E9EC40-1F27-419A-BB8B-A563F79A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6954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28" b="1">
                <a:solidFill>
                  <a:srgbClr val="000000"/>
                </a:solidFill>
              </a:defRPr>
            </a:pPr>
            <a:r>
              <a:rPr sz="728" b="1">
                <a:solidFill>
                  <a:srgbClr val="000000"/>
                </a:solidFill>
              </a:rPr>
              <a:t>AUC 0.701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070675-FC3A-4F61-B1F3-90757B07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19250"/>
            <a:ext cx="7144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A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6F8397-79F5-4A3B-9E64-D0F80760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954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00000"/>
                </a:solidFill>
              </a:defRPr>
            </a:pPr>
            <a:r>
              <a:rPr sz="728" b="0">
                <a:solidFill>
                  <a:srgbClr val="000000"/>
                </a:solidFill>
              </a:rPr>
              <a:t>usable acceptance model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7792D9-B728-4904-9780-7D92CAEE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19300"/>
            <a:ext cx="3676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DAA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EEC272-13D4-4D46-98E1-381A9DB3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955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00000"/>
                </a:solidFill>
              </a:defRPr>
            </a:pPr>
            <a:r>
              <a:rPr sz="728" b="0">
                <a:solidFill>
                  <a:srgbClr val="000000"/>
                </a:solidFill>
              </a:rPr>
              <a:t>Fixed 0.70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A00F3C-D154-4FC3-B90E-0F066A11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19300"/>
            <a:ext cx="7144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A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0C5C30-F3DF-4354-A5BD-294DB3FA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955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28" b="1">
                <a:solidFill>
                  <a:srgbClr val="000000"/>
                </a:solidFill>
              </a:defRPr>
            </a:pPr>
            <a:r>
              <a:rPr sz="728" b="1">
                <a:solidFill>
                  <a:srgbClr val="000000"/>
                </a:solidFill>
              </a:rPr>
              <a:t>0.0268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0CF950-7899-4B4D-80A3-A3F7AA52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19300"/>
            <a:ext cx="7144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A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D9BFC4-CF7D-48AC-B34A-5567B432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955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00000"/>
                </a:solidFill>
              </a:defRPr>
            </a:pPr>
            <a:r>
              <a:rPr sz="728" b="0">
                <a:solidFill>
                  <a:srgbClr val="000000"/>
                </a:solidFill>
              </a:rPr>
              <a:t>expected savings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D9EDF8-D846-4AFA-9E2F-A2C53EED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19350"/>
            <a:ext cx="3676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DAA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66437C-6168-41D7-A09C-8363526C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955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00000"/>
                </a:solidFill>
              </a:defRPr>
            </a:pPr>
            <a:r>
              <a:rPr sz="728" b="0">
                <a:solidFill>
                  <a:srgbClr val="000000"/>
                </a:solidFill>
              </a:rPr>
              <a:t>Greedy use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8B82AD-4E31-41CC-8375-EFC6886A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19350"/>
            <a:ext cx="7144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A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36FEBC-D40A-4AE2-91B1-11B2FC3C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95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28" b="1">
                <a:solidFill>
                  <a:srgbClr val="000000"/>
                </a:solidFill>
              </a:defRPr>
            </a:pPr>
            <a:r>
              <a:rPr sz="728" b="1">
                <a:solidFill>
                  <a:srgbClr val="000000"/>
                </a:solidFill>
              </a:rPr>
              <a:t>ESS 0.008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14396C-610F-4857-A374-1095C14E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19350"/>
            <a:ext cx="7144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A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B50270-BE0A-403D-A805-C658A448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955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00000"/>
                </a:solidFill>
              </a:defRPr>
            </a:pPr>
            <a:r>
              <a:rPr sz="728" b="0">
                <a:solidFill>
                  <a:srgbClr val="000000"/>
                </a:solidFill>
              </a:rPr>
              <a:t>almost no logged support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E3F836-27AC-46B1-996D-6761E9C2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190875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5293"/>
                </a:solidFill>
              </a:defRPr>
            </a:pPr>
            <a:r>
              <a:rPr sz="1125" b="1">
                <a:solidFill>
                  <a:srgbClr val="005293"/>
                </a:solidFill>
              </a:rPr>
              <a:t>This closes Phase 1: prediction works, but support-aware optimization is still needed.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363C00-A225-4036-BC4D-EDDC1863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71900"/>
            <a:ext cx="347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00000"/>
                </a:solidFill>
              </a:defRPr>
            </a:pPr>
            <a:r>
              <a:rPr sz="788" b="0">
                <a:solidFill>
                  <a:srgbClr val="000000"/>
                </a:solidFill>
              </a:rPr>
              <a:t>ESS shown for h = 0.05.</a:t>
            </a:r>
          </a:p>
        </p:txBody>
      </p:sp>
    </p:spTree>
    <p:extLst>
      <p:ext uri="{BB962C8B-B14F-4D97-AF65-F5344CB8AC3E}">
        <p14:creationId xmlns:p14="http://schemas.microsoft.com/office/powerpoint/2010/main" val="326510756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38F05BFB-8908-46EB-84F3-3B1D5835FAE4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Phase 1</a:t>
            </a:r>
          </a:p>
          <a:p xmlns:a="http://schemas.openxmlformats.org/drawingml/2006/main">
            <a:r>
              <a:t>supervised acceptance model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Phase 2</a:t>
            </a:r>
          </a:p>
          <a:p xmlns:a="http://schemas.openxmlformats.org/drawingml/2006/main">
            <a:r>
              <a:t>CQL offline RL, conservative under distribution shift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Phase 3</a:t>
            </a:r>
          </a:p>
          <a:p xmlns:a="http://schemas.openxmlformats.org/drawingml/2006/main">
            <a:r>
              <a:t>PPO in a learned faithful simulator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Evaluation</a:t>
            </a:r>
          </a:p>
          <a:p xmlns:a="http://schemas.openxmlformats.org/drawingml/2006/main">
            <a:r>
              <a:t>report evidence type beside every number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00B1BF6-1E0F-4AD0-89BA-806F600E6D7D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2E54B70-3376-18BE-56BD-5BB8BA701776}" type="slidenum">
              <a:t>08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4AEE372-D5A0-447D-9407-E3C69944FFDA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eBay Best Offer anchoring RL | Why / How / What</a:t>
            </a:r>
          </a:p>
        </p:txBody>
      </p:sp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0514C42E-BA49-4954-A66B-22C9793B65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How: three model layers are compared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0A1F4-9BA9-4D71-B7A3-448546C2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52550"/>
            <a:ext cx="3676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293"/>
          </a:solidFill>
          <a:ln xmlns:a="http://schemas.openxmlformats.org/drawingml/2006/main" w="7144">
            <a:solidFill>
              <a:srgbClr val="8DAAC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C36F9-D11D-4E00-878F-D687D734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4097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Policy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E12695-3ADE-4F4F-B2A8-1280DDB3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352550"/>
            <a:ext cx="714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A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ED31C0-A2C8-4EE0-B75C-27887C24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40970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A76A8A-E07C-4257-8BA7-9DC80145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52550"/>
            <a:ext cx="714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A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9D8B93-65B0-489D-8F13-5E0F5696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40970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Savings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A2F879-6CF6-4D3C-8EB2-CDD4A266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352550"/>
            <a:ext cx="714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A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52BEE1-FFD2-411C-B0B4-3CC70222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4097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Support read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D03AFE-B15D-4A96-80FA-48440317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19250"/>
            <a:ext cx="3676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DAA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279771-FF5A-4560-9A39-90452B64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68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00000"/>
                </a:solidFill>
              </a:defRPr>
            </a:pPr>
            <a:r>
              <a:rPr sz="750" b="0">
                <a:solidFill>
                  <a:srgbClr val="000000"/>
                </a:solidFill>
              </a:rPr>
              <a:t>Behavior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09C49C-358A-43D2-A685-C8EFE47D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619250"/>
            <a:ext cx="7144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A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54A0EE-FE56-4375-8CC7-C55490E1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68592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00000"/>
                </a:solidFill>
              </a:defRPr>
            </a:pPr>
            <a:r>
              <a:rPr sz="750" b="0">
                <a:solidFill>
                  <a:srgbClr val="000000"/>
                </a:solidFill>
              </a:rPr>
              <a:t>observed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9F6021-7292-4455-BE25-03467519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7144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A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6EE0A8-1969-4FF8-B803-D932FD51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8592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00000"/>
                </a:solidFill>
              </a:defRPr>
            </a:pPr>
            <a:r>
              <a:rPr sz="750" b="0">
                <a:solidFill>
                  <a:srgbClr val="000000"/>
                </a:solidFill>
              </a:rPr>
              <a:t>0.050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6A5AF8-A8E7-4D6C-9D17-60E19DB8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19250"/>
            <a:ext cx="7144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A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BB99A4-6687-4BBC-8363-A4A1BA5D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859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00000"/>
                </a:solidFill>
              </a:defRPr>
            </a:pPr>
            <a:r>
              <a:rPr sz="750" b="0">
                <a:solidFill>
                  <a:srgbClr val="000000"/>
                </a:solidFill>
              </a:rPr>
              <a:t>logged baseline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56E3FC-B695-4938-8C07-E7DC47DC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05000"/>
            <a:ext cx="3676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DAA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08DABD-C96E-4732-A950-BA574AF1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9716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00000"/>
                </a:solidFill>
              </a:defRPr>
            </a:pPr>
            <a:r>
              <a:rPr sz="750" b="0">
                <a:solidFill>
                  <a:srgbClr val="000000"/>
                </a:solidFill>
              </a:rPr>
              <a:t>Greedy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6D759A-C946-4286-AB86-C78F2E83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905000"/>
            <a:ext cx="7144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A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F03E6D-0BDB-4EE7-8083-EAA50CE8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9716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00000"/>
                </a:solidFill>
              </a:defRPr>
            </a:pPr>
            <a:r>
              <a:rPr sz="750" b="0">
                <a:solidFill>
                  <a:srgbClr val="000000"/>
                </a:solidFill>
              </a:rPr>
              <a:t>model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BD7A2C-73E7-446B-A891-DF7BA205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05000"/>
            <a:ext cx="7144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A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9BA319-B612-4E7A-8FB2-B9104437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716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00000"/>
                </a:solidFill>
              </a:defRPr>
            </a:pPr>
            <a:r>
              <a:rPr sz="750" b="0">
                <a:solidFill>
                  <a:srgbClr val="000000"/>
                </a:solidFill>
              </a:rPr>
              <a:t>0.027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D1C8B6-75C2-4947-AFCA-D4040D62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05000"/>
            <a:ext cx="7144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A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2514CD-A8FD-4234-8A83-A1A897A2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9716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00000"/>
                </a:solidFill>
              </a:defRPr>
            </a:pPr>
            <a:r>
              <a:rPr sz="750" b="0">
                <a:solidFill>
                  <a:srgbClr val="000000"/>
                </a:solidFill>
              </a:rPr>
              <a:t>weak support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573E4F-0EF7-4527-BC9B-564FD11E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90750"/>
            <a:ext cx="3676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DAAC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C3B4FA-2835-4D0C-9599-C6370A82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2574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00000"/>
                </a:solidFill>
              </a:defRPr>
            </a:pPr>
            <a:r>
              <a:rPr sz="750" b="0">
                <a:solidFill>
                  <a:srgbClr val="000000"/>
                </a:solidFill>
              </a:rPr>
              <a:t>CQL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F8E392-1F77-480A-812E-B7222A3E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90750"/>
            <a:ext cx="7144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A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826977-0D7D-4993-A521-BDEB7B69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25742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00000"/>
                </a:solidFill>
              </a:defRPr>
            </a:pPr>
            <a:r>
              <a:rPr sz="750" b="0">
                <a:solidFill>
                  <a:srgbClr val="000000"/>
                </a:solidFill>
              </a:rPr>
              <a:t>model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3A0087-07E5-4617-87AB-E545D6EE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7144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A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206267-CFEE-4801-BE50-572F175C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5742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00000"/>
                </a:solidFill>
              </a:defRPr>
            </a:pPr>
            <a:r>
              <a:rPr sz="750" b="0">
                <a:solidFill>
                  <a:srgbClr val="000000"/>
                </a:solidFill>
              </a:rPr>
              <a:t>0.020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841E4A-86FF-440A-B7D2-85D7C07E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90750"/>
            <a:ext cx="7144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A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A309E5-B7E7-48EC-BBFC-BE2EDBA4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574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00000"/>
                </a:solidFill>
              </a:defRPr>
            </a:pPr>
            <a:r>
              <a:rPr sz="750" b="0">
                <a:solidFill>
                  <a:srgbClr val="000000"/>
                </a:solidFill>
              </a:rPr>
              <a:t>healthy ESS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0E4A15-851B-46CF-9F3D-9773EA43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3676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DAAC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41C08B-E302-46DD-BAE8-28D835EA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431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00000"/>
                </a:solidFill>
              </a:defRPr>
            </a:pPr>
            <a:r>
              <a:rPr sz="750" b="0">
                <a:solidFill>
                  <a:srgbClr val="000000"/>
                </a:solidFill>
              </a:rPr>
              <a:t>PPO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799E3A-B089-47D4-8C97-174B2CE4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76500"/>
            <a:ext cx="7144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A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FEF599-3784-489F-9EC6-AD800FF3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431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00000"/>
                </a:solidFill>
              </a:defRPr>
            </a:pPr>
            <a:r>
              <a:rPr sz="750" b="0">
                <a:solidFill>
                  <a:srgbClr val="000000"/>
                </a:solidFill>
              </a:rPr>
              <a:t>simulator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1B8352-7472-405A-8AAC-E5DE8B90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7144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A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DD310B-4B37-4CCB-B216-56AF9E29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431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00000"/>
                </a:solidFill>
              </a:defRPr>
            </a:pPr>
            <a:r>
              <a:rPr sz="750" b="0">
                <a:solidFill>
                  <a:srgbClr val="000000"/>
                </a:solidFill>
              </a:rPr>
              <a:t>0.184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54191EB-678E-4176-BE0E-5A8D6BE8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76500"/>
            <a:ext cx="7144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A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97C46D9-D2E6-4AB1-9F19-EF4DBBD9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431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00000"/>
                </a:solidFill>
              </a:defRPr>
            </a:pPr>
            <a:r>
              <a:rPr sz="750" b="0">
                <a:solidFill>
                  <a:srgbClr val="000000"/>
                </a:solidFill>
              </a:rPr>
              <a:t>simulator only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DA9A460-B1D7-423E-8F09-4898267C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81375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Read this as evidence triage, not a leaderboard. PPO is simulator-only; CQL is lower reward but more evaluable.</a:t>
            </a:r>
          </a:p>
        </p:txBody>
      </p:sp>
    </p:spTree>
    <p:extLst>
      <p:ext uri="{BB962C8B-B14F-4D97-AF65-F5344CB8AC3E}">
        <p14:creationId xmlns:p14="http://schemas.microsoft.com/office/powerpoint/2010/main" val="326510756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38F05BFB-8908-46EB-84F3-3B1D5835FAE4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 is diagnostic because true logging propensities are unavailable.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useful question is whether target actions have enough logged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ESS makes unsupported extrapolation visible.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00B1BF6-1E0F-4AD0-89BA-806F600E6D7D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4235D47-801C-AA1F-E2A0-5E98061CBF6D}" type="slidenum">
              <a:t>09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4AEE372-D5A0-447D-9407-E3C69944FFDA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eBay Best Offer anchoring RL | Why / How / What</a:t>
            </a:r>
          </a:p>
        </p:txBody>
      </p:sp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0514C42E-BA49-4954-A66B-22C9793B65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How: OPE tests whether a policy is evaluable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4810125" y="1257300"/>
          <a:ext xmlns:a="http://schemas.openxmlformats.org/drawingml/2006/main" cx="352425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2a2d29f3c64933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730CE-EF6E-4EEF-BFB1-D674517E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719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5293"/>
                </a:solidFill>
              </a:defRPr>
            </a:pPr>
            <a:r>
              <a:rPr sz="1050" b="1">
                <a:solidFill>
                  <a:srgbClr val="005293"/>
                </a:solidFill>
              </a:rPr>
              <a:t>At h = 0.05, CQL retains 36.2% effective support; greedy retains 0.8%.</a:t>
            </a:r>
          </a:p>
        </p:txBody>
      </p:sp>
    </p:spTree>
    <p:extLst>
      <p:ext uri="{BB962C8B-B14F-4D97-AF65-F5344CB8AC3E}">
        <p14:creationId xmlns:p14="http://schemas.microsoft.com/office/powerpoint/2010/main" val="326510756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9FE37DC3-0575-43D9-AF7C-F5144AB7CF0E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</a:t>
            </a:r>
          </a:p>
          <a:p xmlns:a="http://schemas.openxmlformats.org/drawingml/2006/main">
            <a:r>
              <a:t>What the results mean and what remains uncertain</a:t>
            </a:r>
          </a:p>
        </p:txBody>
      </p:sp>
    </p:spTree>
    <p:extLst>
      <p:ext uri="{BB962C8B-B14F-4D97-AF65-F5344CB8AC3E}">
        <p14:creationId xmlns:p14="http://schemas.microsoft.com/office/powerpoint/2010/main" val="2251801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76DA83A1-33C7-42C4-8F9C-3BD42E18E15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Supported claim</a:t>
            </a:r>
          </a:p>
          <a:p xmlns:a="http://schemas.openxmlformats.org/drawingml/2006/main">
            <a:r>
              <a:t>CQL changes the recommendation profile and remains much more evaluable than greedy optimization.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Careful claim</a:t>
            </a:r>
          </a:p>
          <a:p xmlns:a="http://schemas.openxmlformats.org/drawingml/2006/main">
            <a:r>
              <a:t>PPO obtains high simulator rewards, but those are learned-environment stress-test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Avoid claiming</a:t>
            </a:r>
          </a:p>
          <a:p xmlns:a="http://schemas.openxmlformats.org/drawingml/2006/main">
            <a:pPr>
              <a:buNone/>
            </a:pPr>
            <a:r>
              <a:t>RL has proven live marketplace lift.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r>
              <a:t>Future work</a:t>
            </a:r>
          </a:p>
          <a:p xmlns:a="http://schemas.openxmlformats.org/drawingml/2006/main">
            <a:r>
              <a:t>sequential negotiation, richer item features, temporal and leaf-holdout robustness tables</a:t>
            </a: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C44891E6-FD77-4ED2-B33D-9D52420B512C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3735118-2018-403D-97C0-573C8DD06D6A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eBay Best Offer anchoring RL | Why / How / What</a:t>
            </a:r>
          </a:p>
        </p:txBody>
      </p:sp>
      <p:sp>
        <p:nvSpPr>
          <p:cNvPr id="5" name="Title 4">
            <a:extLst xmlns:a="http://schemas.openxmlformats.org/drawingml/2006/main">
              <a:ext uri="{FF2B5EF4-FFF2-40B4-BE49-F238E27FC236}">
                <a16:creationId xmlns:a16="http://schemas.microsoft.com/office/drawing/2014/main" id="{5E5BBDBF-7D0D-4939-977B-4D07FC6EF4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What: the strongest claim is diagnostic</a:t>
            </a:r>
          </a:p>
        </p:txBody>
      </p:sp>
    </p:spTree>
    <p:extLst>
      <p:ext uri="{BB962C8B-B14F-4D97-AF65-F5344CB8AC3E}">
        <p14:creationId xmlns:p14="http://schemas.microsoft.com/office/powerpoint/2010/main" val="393480710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E6F57E75-77ED-F878-48AE-05A29C686D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project does not show that RL beats historical buyers in production.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It shows why that claim would be unsafe without support diagnostics.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CQL makes the extrapolation problem measurable; PPO shows what the learned simulator incentivizes; the next model should handle multi-turn counteroffers with explicit uncertainty.</a:t>
            </a: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BDDE685E-FB47-68F2-8D0F-75B31344B105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D62A944-DD20-AABC-1EC2-6316001E6196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eBay Best Offer anchoring RL | Why / How / What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5341D5F-23BE-1BD4-FAE5-0C571C07CA68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Support-aware decision support is the contribution.</a:t>
            </a:r>
          </a:p>
        </p:txBody>
      </p:sp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FE563C00-8944-820A-C706-7F0696D2FF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Takeaway</a:t>
            </a:r>
          </a:p>
        </p:txBody>
      </p:sp>
    </p:spTree>
    <p:extLst>
      <p:ext uri="{BB962C8B-B14F-4D97-AF65-F5344CB8AC3E}">
        <p14:creationId xmlns:p14="http://schemas.microsoft.com/office/powerpoint/2010/main" val="919250277"/>
      </p:ext>
    </p:extLst>
  </p:cSld>
</p:sld>
</file>

<file path=ppt/theme/theme1.xml><?xml version="1.0" encoding="utf-8"?>
<a:theme xmlns:a="http://schemas.openxmlformats.org/drawingml/2006/main" name="Titel 1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TU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2026-07-03T00:14:21.3060000Z</dcterms:created>
  <dcterms:modified xsi:type="dcterms:W3CDTF">2026-07-03T00:14:21.3060000Z</dcterms:modified>
</coreProperties>
</file>